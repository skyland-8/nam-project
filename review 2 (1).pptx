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684" r:id="rId2"/>
    <p:sldMasterId id="2147483696" r:id="rId3"/>
  </p:sldMasterIdLst>
  <p:notesMasterIdLst>
    <p:notesMasterId r:id="rId22"/>
  </p:notesMasterIdLst>
  <p:sldIdLst>
    <p:sldId id="266" r:id="rId4"/>
    <p:sldId id="267" r:id="rId5"/>
    <p:sldId id="277" r:id="rId6"/>
    <p:sldId id="279" r:id="rId7"/>
    <p:sldId id="289" r:id="rId8"/>
    <p:sldId id="281" r:id="rId9"/>
    <p:sldId id="283" r:id="rId10"/>
    <p:sldId id="296" r:id="rId11"/>
    <p:sldId id="297" r:id="rId12"/>
    <p:sldId id="285" r:id="rId13"/>
    <p:sldId id="293" r:id="rId14"/>
    <p:sldId id="294" r:id="rId15"/>
    <p:sldId id="301" r:id="rId16"/>
    <p:sldId id="300" r:id="rId17"/>
    <p:sldId id="302" r:id="rId18"/>
    <p:sldId id="303" r:id="rId19"/>
    <p:sldId id="287" r:id="rId20"/>
    <p:sldId id="270" r:id="rId21"/>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27" autoAdjust="0"/>
    <p:restoredTop sz="94660"/>
  </p:normalViewPr>
  <p:slideViewPr>
    <p:cSldViewPr>
      <p:cViewPr varScale="1">
        <p:scale>
          <a:sx n="81" d="100"/>
          <a:sy n="81" d="100"/>
        </p:scale>
        <p:origin x="1334" y="5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ableStyles" Target="tableStyle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1A3AE12-29D7-115A-10C8-B3B9F32EC03D}"/>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IN"/>
          </a:p>
        </p:txBody>
      </p:sp>
      <p:sp>
        <p:nvSpPr>
          <p:cNvPr id="3" name="Date Placeholder 2">
            <a:extLst>
              <a:ext uri="{FF2B5EF4-FFF2-40B4-BE49-F238E27FC236}">
                <a16:creationId xmlns:a16="http://schemas.microsoft.com/office/drawing/2014/main" id="{E07B6B40-6C62-574F-B1B7-3EA58A30F9B5}"/>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5A08C4AF-F819-46F9-942E-E01C2B4B99AE}" type="datetimeFigureOut">
              <a:rPr lang="en-IN"/>
              <a:pPr>
                <a:defRPr/>
              </a:pPr>
              <a:t>17-11-2025</a:t>
            </a:fld>
            <a:endParaRPr lang="en-IN"/>
          </a:p>
        </p:txBody>
      </p:sp>
      <p:sp>
        <p:nvSpPr>
          <p:cNvPr id="4" name="Slide Image Placeholder 3">
            <a:extLst>
              <a:ext uri="{FF2B5EF4-FFF2-40B4-BE49-F238E27FC236}">
                <a16:creationId xmlns:a16="http://schemas.microsoft.com/office/drawing/2014/main" id="{1EF04986-68ED-A6C5-46C3-B438D866E998}"/>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a:extLst>
              <a:ext uri="{FF2B5EF4-FFF2-40B4-BE49-F238E27FC236}">
                <a16:creationId xmlns:a16="http://schemas.microsoft.com/office/drawing/2014/main" id="{C249ED99-8C13-325D-8F3B-D65AE048F807}"/>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a:extLst>
              <a:ext uri="{FF2B5EF4-FFF2-40B4-BE49-F238E27FC236}">
                <a16:creationId xmlns:a16="http://schemas.microsoft.com/office/drawing/2014/main" id="{17038238-79DA-887D-E1E5-13EC2913CAE2}"/>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IN"/>
          </a:p>
        </p:txBody>
      </p:sp>
      <p:sp>
        <p:nvSpPr>
          <p:cNvPr id="7" name="Slide Number Placeholder 6">
            <a:extLst>
              <a:ext uri="{FF2B5EF4-FFF2-40B4-BE49-F238E27FC236}">
                <a16:creationId xmlns:a16="http://schemas.microsoft.com/office/drawing/2014/main" id="{01A719A6-324E-4E24-3D65-61550012E19B}"/>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3D8DA181-6E75-41F6-8DEC-29D1BF147E43}" type="slidenum">
              <a:rPr lang="en-IN" altLang="en-US"/>
              <a:pPr/>
              <a:t>‹#›</a:t>
            </a:fld>
            <a:endParaRPr lang="en-I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17992301-AE7E-3637-8E02-73A2440AEE3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a:extLst>
              <a:ext uri="{FF2B5EF4-FFF2-40B4-BE49-F238E27FC236}">
                <a16:creationId xmlns:a16="http://schemas.microsoft.com/office/drawing/2014/main" id="{E708EDAE-39EF-09DA-6DFC-658C16EDAB4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3316" name="Slide Number Placeholder 3">
            <a:extLst>
              <a:ext uri="{FF2B5EF4-FFF2-40B4-BE49-F238E27FC236}">
                <a16:creationId xmlns:a16="http://schemas.microsoft.com/office/drawing/2014/main" id="{66407305-9ECF-AEA1-F7E5-B71ADE8E212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562C1AEB-3A6E-4872-8F34-8A1C1DCC93F8}" type="slidenum">
              <a:rPr lang="en-IN" altLang="en-US"/>
              <a:pPr/>
              <a:t>8</a:t>
            </a:fld>
            <a:endParaRPr lang="en-I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92198F3-4351-111C-B2CE-EFA2456AEEDA}"/>
              </a:ext>
            </a:extLst>
          </p:cNvPr>
          <p:cNvSpPr>
            <a:spLocks noGrp="1"/>
          </p:cNvSpPr>
          <p:nvPr>
            <p:ph type="dt" sz="half" idx="10"/>
          </p:nvPr>
        </p:nvSpPr>
        <p:spPr/>
        <p:txBody>
          <a:bodyPr/>
          <a:lstStyle>
            <a:lvl1pPr>
              <a:defRPr/>
            </a:lvl1pPr>
          </a:lstStyle>
          <a:p>
            <a:pPr>
              <a:defRPr/>
            </a:pPr>
            <a:fld id="{80472412-5980-4767-A6B2-46159EEA3E5B}" type="datetime1">
              <a:rPr lang="en-IN"/>
              <a:pPr>
                <a:defRPr/>
              </a:pPr>
              <a:t>17-11-2025</a:t>
            </a:fld>
            <a:endParaRPr lang="en-IN"/>
          </a:p>
        </p:txBody>
      </p:sp>
      <p:sp>
        <p:nvSpPr>
          <p:cNvPr id="5" name="Footer Placeholder 4">
            <a:extLst>
              <a:ext uri="{FF2B5EF4-FFF2-40B4-BE49-F238E27FC236}">
                <a16:creationId xmlns:a16="http://schemas.microsoft.com/office/drawing/2014/main" id="{984F5839-A139-D072-23D4-3D99B6177776}"/>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6AF4F30D-5E48-6596-2789-107F52973A3F}"/>
              </a:ext>
            </a:extLst>
          </p:cNvPr>
          <p:cNvSpPr>
            <a:spLocks noGrp="1"/>
          </p:cNvSpPr>
          <p:nvPr>
            <p:ph type="sldNum" sz="quarter" idx="12"/>
          </p:nvPr>
        </p:nvSpPr>
        <p:spPr/>
        <p:txBody>
          <a:bodyPr/>
          <a:lstStyle>
            <a:lvl1pPr>
              <a:defRPr/>
            </a:lvl1pPr>
          </a:lstStyle>
          <a:p>
            <a:fld id="{E32F0A20-4430-46F2-B9B0-46DC9254806E}" type="slidenum">
              <a:rPr lang="en-IN" altLang="en-US"/>
              <a:pPr/>
              <a:t>‹#›</a:t>
            </a:fld>
            <a:endParaRPr lang="en-IN" altLang="en-US"/>
          </a:p>
        </p:txBody>
      </p:sp>
    </p:spTree>
    <p:extLst>
      <p:ext uri="{BB962C8B-B14F-4D97-AF65-F5344CB8AC3E}">
        <p14:creationId xmlns:p14="http://schemas.microsoft.com/office/powerpoint/2010/main" val="1255857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A44240-C71B-C31A-FF5F-2D1A63E57208}"/>
              </a:ext>
            </a:extLst>
          </p:cNvPr>
          <p:cNvSpPr>
            <a:spLocks noGrp="1"/>
          </p:cNvSpPr>
          <p:nvPr>
            <p:ph type="dt" sz="half" idx="10"/>
          </p:nvPr>
        </p:nvSpPr>
        <p:spPr/>
        <p:txBody>
          <a:bodyPr/>
          <a:lstStyle>
            <a:lvl1pPr>
              <a:defRPr/>
            </a:lvl1pPr>
          </a:lstStyle>
          <a:p>
            <a:pPr>
              <a:defRPr/>
            </a:pPr>
            <a:fld id="{BCC94700-700F-42DE-AB19-8356FE20366A}" type="datetime1">
              <a:rPr lang="en-IN"/>
              <a:pPr>
                <a:defRPr/>
              </a:pPr>
              <a:t>17-11-2025</a:t>
            </a:fld>
            <a:endParaRPr lang="en-IN"/>
          </a:p>
        </p:txBody>
      </p:sp>
      <p:sp>
        <p:nvSpPr>
          <p:cNvPr id="5" name="Footer Placeholder 4">
            <a:extLst>
              <a:ext uri="{FF2B5EF4-FFF2-40B4-BE49-F238E27FC236}">
                <a16:creationId xmlns:a16="http://schemas.microsoft.com/office/drawing/2014/main" id="{A823C30D-6488-0EC8-BF7F-CC4470885D67}"/>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4B7EBA3E-A183-4DB2-9802-BDB71A984159}"/>
              </a:ext>
            </a:extLst>
          </p:cNvPr>
          <p:cNvSpPr>
            <a:spLocks noGrp="1"/>
          </p:cNvSpPr>
          <p:nvPr>
            <p:ph type="sldNum" sz="quarter" idx="12"/>
          </p:nvPr>
        </p:nvSpPr>
        <p:spPr/>
        <p:txBody>
          <a:bodyPr/>
          <a:lstStyle>
            <a:lvl1pPr>
              <a:defRPr/>
            </a:lvl1pPr>
          </a:lstStyle>
          <a:p>
            <a:fld id="{B9DB8D9A-9040-4B49-AFF7-FCCCD4E099D1}" type="slidenum">
              <a:rPr lang="en-IN" altLang="en-US"/>
              <a:pPr/>
              <a:t>‹#›</a:t>
            </a:fld>
            <a:endParaRPr lang="en-IN" altLang="en-US"/>
          </a:p>
        </p:txBody>
      </p:sp>
    </p:spTree>
    <p:extLst>
      <p:ext uri="{BB962C8B-B14F-4D97-AF65-F5344CB8AC3E}">
        <p14:creationId xmlns:p14="http://schemas.microsoft.com/office/powerpoint/2010/main" val="32201428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E94044-2C00-1FA5-DCB9-C3AB9F1E7237}"/>
              </a:ext>
            </a:extLst>
          </p:cNvPr>
          <p:cNvSpPr>
            <a:spLocks noGrp="1"/>
          </p:cNvSpPr>
          <p:nvPr>
            <p:ph type="dt" sz="half" idx="10"/>
          </p:nvPr>
        </p:nvSpPr>
        <p:spPr/>
        <p:txBody>
          <a:bodyPr/>
          <a:lstStyle>
            <a:lvl1pPr>
              <a:defRPr/>
            </a:lvl1pPr>
          </a:lstStyle>
          <a:p>
            <a:pPr>
              <a:defRPr/>
            </a:pPr>
            <a:fld id="{35BD0EEC-89AC-4DF2-ACC1-93DF493112CE}" type="datetime1">
              <a:rPr lang="en-IN"/>
              <a:pPr>
                <a:defRPr/>
              </a:pPr>
              <a:t>17-11-2025</a:t>
            </a:fld>
            <a:endParaRPr lang="en-IN"/>
          </a:p>
        </p:txBody>
      </p:sp>
      <p:sp>
        <p:nvSpPr>
          <p:cNvPr id="5" name="Footer Placeholder 4">
            <a:extLst>
              <a:ext uri="{FF2B5EF4-FFF2-40B4-BE49-F238E27FC236}">
                <a16:creationId xmlns:a16="http://schemas.microsoft.com/office/drawing/2014/main" id="{2FAF8B0A-C968-8F6E-CBC9-EBA79CB63854}"/>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9D3D8A17-8B19-B24A-A518-1E56268B4529}"/>
              </a:ext>
            </a:extLst>
          </p:cNvPr>
          <p:cNvSpPr>
            <a:spLocks noGrp="1"/>
          </p:cNvSpPr>
          <p:nvPr>
            <p:ph type="sldNum" sz="quarter" idx="12"/>
          </p:nvPr>
        </p:nvSpPr>
        <p:spPr/>
        <p:txBody>
          <a:bodyPr/>
          <a:lstStyle>
            <a:lvl1pPr>
              <a:defRPr/>
            </a:lvl1pPr>
          </a:lstStyle>
          <a:p>
            <a:fld id="{8011278E-3A4E-4DBA-8C2D-DA12F107BB48}" type="slidenum">
              <a:rPr lang="en-IN" altLang="en-US"/>
              <a:pPr/>
              <a:t>‹#›</a:t>
            </a:fld>
            <a:endParaRPr lang="en-IN" altLang="en-US"/>
          </a:p>
        </p:txBody>
      </p:sp>
    </p:spTree>
    <p:extLst>
      <p:ext uri="{BB962C8B-B14F-4D97-AF65-F5344CB8AC3E}">
        <p14:creationId xmlns:p14="http://schemas.microsoft.com/office/powerpoint/2010/main" val="28131938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a:extLst>
              <a:ext uri="{FF2B5EF4-FFF2-40B4-BE49-F238E27FC236}">
                <a16:creationId xmlns:a16="http://schemas.microsoft.com/office/drawing/2014/main" id="{59234E9E-DBFF-8FA8-0F80-E7EFA76D1634}"/>
              </a:ext>
            </a:extLst>
          </p:cNvPr>
          <p:cNvSpPr>
            <a:spLocks noGrp="1"/>
          </p:cNvSpPr>
          <p:nvPr>
            <p:ph type="dt" sz="half" idx="10"/>
          </p:nvPr>
        </p:nvSpPr>
        <p:spPr/>
        <p:txBody>
          <a:bodyPr/>
          <a:lstStyle>
            <a:lvl1pPr>
              <a:defRPr/>
            </a:lvl1pPr>
          </a:lstStyle>
          <a:p>
            <a:pPr>
              <a:defRPr/>
            </a:pPr>
            <a:fld id="{03514CDC-73D0-4904-ADF5-D670BE86910C}" type="datetime1">
              <a:rPr lang="en-IN"/>
              <a:pPr>
                <a:defRPr/>
              </a:pPr>
              <a:t>17-11-2025</a:t>
            </a:fld>
            <a:endParaRPr lang="en-IN"/>
          </a:p>
        </p:txBody>
      </p:sp>
      <p:sp>
        <p:nvSpPr>
          <p:cNvPr id="6" name="Footer Placeholder 4">
            <a:extLst>
              <a:ext uri="{FF2B5EF4-FFF2-40B4-BE49-F238E27FC236}">
                <a16:creationId xmlns:a16="http://schemas.microsoft.com/office/drawing/2014/main" id="{0C55D3C6-5C6B-95CF-0B88-5EED14EBAD4F}"/>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ACF8F3D4-FAD8-7C77-D467-0762AF480BEC}"/>
              </a:ext>
            </a:extLst>
          </p:cNvPr>
          <p:cNvSpPr>
            <a:spLocks noGrp="1"/>
          </p:cNvSpPr>
          <p:nvPr>
            <p:ph type="sldNum" sz="quarter" idx="12"/>
          </p:nvPr>
        </p:nvSpPr>
        <p:spPr/>
        <p:txBody>
          <a:bodyPr/>
          <a:lstStyle>
            <a:lvl1pPr>
              <a:defRPr/>
            </a:lvl1pPr>
          </a:lstStyle>
          <a:p>
            <a:fld id="{CEC1EA8F-C01E-4D8B-9655-30D9E58F4E8A}" type="slidenum">
              <a:rPr lang="en-IN" altLang="en-US"/>
              <a:pPr/>
              <a:t>‹#›</a:t>
            </a:fld>
            <a:endParaRPr lang="en-IN" altLang="en-US"/>
          </a:p>
        </p:txBody>
      </p:sp>
    </p:spTree>
    <p:extLst>
      <p:ext uri="{BB962C8B-B14F-4D97-AF65-F5344CB8AC3E}">
        <p14:creationId xmlns:p14="http://schemas.microsoft.com/office/powerpoint/2010/main" val="2052168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a:extLst>
              <a:ext uri="{FF2B5EF4-FFF2-40B4-BE49-F238E27FC236}">
                <a16:creationId xmlns:a16="http://schemas.microsoft.com/office/drawing/2014/main" id="{262DA30A-9D54-E5FA-3C9E-9B3D4BE4BC13}"/>
              </a:ext>
            </a:extLst>
          </p:cNvPr>
          <p:cNvSpPr>
            <a:spLocks noGrp="1"/>
          </p:cNvSpPr>
          <p:nvPr>
            <p:ph type="dt" sz="half" idx="10"/>
          </p:nvPr>
        </p:nvSpPr>
        <p:spPr/>
        <p:txBody>
          <a:bodyPr/>
          <a:lstStyle>
            <a:lvl1pPr>
              <a:defRPr/>
            </a:lvl1pPr>
          </a:lstStyle>
          <a:p>
            <a:pPr>
              <a:defRPr/>
            </a:pPr>
            <a:fld id="{20C5E2C4-EF74-414E-9A3F-98F06D81D083}" type="datetime1">
              <a:rPr lang="en-IN"/>
              <a:pPr>
                <a:defRPr/>
              </a:pPr>
              <a:t>17-11-2025</a:t>
            </a:fld>
            <a:endParaRPr lang="en-IN"/>
          </a:p>
        </p:txBody>
      </p:sp>
      <p:sp>
        <p:nvSpPr>
          <p:cNvPr id="8" name="Footer Placeholder 4">
            <a:extLst>
              <a:ext uri="{FF2B5EF4-FFF2-40B4-BE49-F238E27FC236}">
                <a16:creationId xmlns:a16="http://schemas.microsoft.com/office/drawing/2014/main" id="{EE36F8B0-0A89-E8AF-F40B-7D2648123F5B}"/>
              </a:ext>
            </a:extLst>
          </p:cNvPr>
          <p:cNvSpPr>
            <a:spLocks noGrp="1"/>
          </p:cNvSpPr>
          <p:nvPr>
            <p:ph type="ftr" sz="quarter" idx="11"/>
          </p:nvPr>
        </p:nvSpPr>
        <p:spPr/>
        <p:txBody>
          <a:bodyPr/>
          <a:lstStyle>
            <a:lvl1pPr>
              <a:defRPr/>
            </a:lvl1pPr>
          </a:lstStyle>
          <a:p>
            <a:pPr>
              <a:defRPr/>
            </a:pPr>
            <a:endParaRPr lang="en-IN"/>
          </a:p>
        </p:txBody>
      </p:sp>
      <p:sp>
        <p:nvSpPr>
          <p:cNvPr id="9" name="Slide Number Placeholder 5">
            <a:extLst>
              <a:ext uri="{FF2B5EF4-FFF2-40B4-BE49-F238E27FC236}">
                <a16:creationId xmlns:a16="http://schemas.microsoft.com/office/drawing/2014/main" id="{11411CD4-8462-4E8C-6CD8-13E9C831B3AC}"/>
              </a:ext>
            </a:extLst>
          </p:cNvPr>
          <p:cNvSpPr>
            <a:spLocks noGrp="1"/>
          </p:cNvSpPr>
          <p:nvPr>
            <p:ph type="sldNum" sz="quarter" idx="12"/>
          </p:nvPr>
        </p:nvSpPr>
        <p:spPr/>
        <p:txBody>
          <a:bodyPr/>
          <a:lstStyle>
            <a:lvl1pPr>
              <a:defRPr/>
            </a:lvl1pPr>
          </a:lstStyle>
          <a:p>
            <a:fld id="{22AD8FD1-3E0B-4197-900C-27014F853AED}" type="slidenum">
              <a:rPr lang="en-IN" altLang="en-US"/>
              <a:pPr/>
              <a:t>‹#›</a:t>
            </a:fld>
            <a:endParaRPr lang="en-IN" altLang="en-US"/>
          </a:p>
        </p:txBody>
      </p:sp>
    </p:spTree>
    <p:extLst>
      <p:ext uri="{BB962C8B-B14F-4D97-AF65-F5344CB8AC3E}">
        <p14:creationId xmlns:p14="http://schemas.microsoft.com/office/powerpoint/2010/main" val="2596732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3">
            <a:extLst>
              <a:ext uri="{FF2B5EF4-FFF2-40B4-BE49-F238E27FC236}">
                <a16:creationId xmlns:a16="http://schemas.microsoft.com/office/drawing/2014/main" id="{134B666D-CD2B-BBC3-07F1-47DEF0397AF6}"/>
              </a:ext>
            </a:extLst>
          </p:cNvPr>
          <p:cNvSpPr>
            <a:spLocks noGrp="1"/>
          </p:cNvSpPr>
          <p:nvPr>
            <p:ph type="dt" sz="half" idx="10"/>
          </p:nvPr>
        </p:nvSpPr>
        <p:spPr/>
        <p:txBody>
          <a:bodyPr/>
          <a:lstStyle>
            <a:lvl1pPr>
              <a:defRPr/>
            </a:lvl1pPr>
          </a:lstStyle>
          <a:p>
            <a:pPr>
              <a:defRPr/>
            </a:pPr>
            <a:fld id="{579CCCA9-9ACD-44A8-A0A1-DF7480B23B5B}" type="datetime1">
              <a:rPr lang="en-IN"/>
              <a:pPr>
                <a:defRPr/>
              </a:pPr>
              <a:t>17-11-2025</a:t>
            </a:fld>
            <a:endParaRPr lang="en-IN"/>
          </a:p>
        </p:txBody>
      </p:sp>
      <p:sp>
        <p:nvSpPr>
          <p:cNvPr id="4" name="Footer Placeholder 4">
            <a:extLst>
              <a:ext uri="{FF2B5EF4-FFF2-40B4-BE49-F238E27FC236}">
                <a16:creationId xmlns:a16="http://schemas.microsoft.com/office/drawing/2014/main" id="{3A4E1D24-3926-92EF-7C88-886E204DA88E}"/>
              </a:ext>
            </a:extLst>
          </p:cNvPr>
          <p:cNvSpPr>
            <a:spLocks noGrp="1"/>
          </p:cNvSpPr>
          <p:nvPr>
            <p:ph type="ftr" sz="quarter" idx="11"/>
          </p:nvPr>
        </p:nvSpPr>
        <p:spPr/>
        <p:txBody>
          <a:bodyPr/>
          <a:lstStyle>
            <a:lvl1pPr>
              <a:defRPr/>
            </a:lvl1pPr>
          </a:lstStyle>
          <a:p>
            <a:pPr>
              <a:defRPr/>
            </a:pPr>
            <a:endParaRPr lang="en-IN"/>
          </a:p>
        </p:txBody>
      </p:sp>
      <p:sp>
        <p:nvSpPr>
          <p:cNvPr id="5" name="Slide Number Placeholder 5">
            <a:extLst>
              <a:ext uri="{FF2B5EF4-FFF2-40B4-BE49-F238E27FC236}">
                <a16:creationId xmlns:a16="http://schemas.microsoft.com/office/drawing/2014/main" id="{DA9E4EF9-4566-C1DA-8B36-A81918B2766D}"/>
              </a:ext>
            </a:extLst>
          </p:cNvPr>
          <p:cNvSpPr>
            <a:spLocks noGrp="1"/>
          </p:cNvSpPr>
          <p:nvPr>
            <p:ph type="sldNum" sz="quarter" idx="12"/>
          </p:nvPr>
        </p:nvSpPr>
        <p:spPr/>
        <p:txBody>
          <a:bodyPr/>
          <a:lstStyle>
            <a:lvl1pPr>
              <a:defRPr/>
            </a:lvl1pPr>
          </a:lstStyle>
          <a:p>
            <a:fld id="{EDAE3DEB-9DFB-4F36-8652-6FB8C33EFDBC}" type="slidenum">
              <a:rPr lang="en-IN" altLang="en-US"/>
              <a:pPr/>
              <a:t>‹#›</a:t>
            </a:fld>
            <a:endParaRPr lang="en-IN" altLang="en-US"/>
          </a:p>
        </p:txBody>
      </p:sp>
    </p:spTree>
    <p:extLst>
      <p:ext uri="{BB962C8B-B14F-4D97-AF65-F5344CB8AC3E}">
        <p14:creationId xmlns:p14="http://schemas.microsoft.com/office/powerpoint/2010/main" val="4173153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8D2D30E9-A608-5092-9F1A-0A750774B3FB}"/>
              </a:ext>
            </a:extLst>
          </p:cNvPr>
          <p:cNvSpPr>
            <a:spLocks noGrp="1"/>
          </p:cNvSpPr>
          <p:nvPr>
            <p:ph type="dt" sz="half" idx="10"/>
          </p:nvPr>
        </p:nvSpPr>
        <p:spPr/>
        <p:txBody>
          <a:bodyPr/>
          <a:lstStyle>
            <a:lvl1pPr>
              <a:defRPr/>
            </a:lvl1pPr>
          </a:lstStyle>
          <a:p>
            <a:pPr>
              <a:defRPr/>
            </a:pPr>
            <a:fld id="{438CBB8D-9906-402A-AB34-7CA44AB072F9}" type="datetime1">
              <a:rPr lang="en-IN"/>
              <a:pPr>
                <a:defRPr/>
              </a:pPr>
              <a:t>17-11-2025</a:t>
            </a:fld>
            <a:endParaRPr lang="en-IN"/>
          </a:p>
        </p:txBody>
      </p:sp>
      <p:sp>
        <p:nvSpPr>
          <p:cNvPr id="3" name="Footer Placeholder 4">
            <a:extLst>
              <a:ext uri="{FF2B5EF4-FFF2-40B4-BE49-F238E27FC236}">
                <a16:creationId xmlns:a16="http://schemas.microsoft.com/office/drawing/2014/main" id="{A2776401-80D4-5930-AC79-D2AF357B3146}"/>
              </a:ext>
            </a:extLst>
          </p:cNvPr>
          <p:cNvSpPr>
            <a:spLocks noGrp="1"/>
          </p:cNvSpPr>
          <p:nvPr>
            <p:ph type="ftr" sz="quarter" idx="11"/>
          </p:nvPr>
        </p:nvSpPr>
        <p:spPr/>
        <p:txBody>
          <a:bodyPr/>
          <a:lstStyle>
            <a:lvl1pPr>
              <a:defRPr/>
            </a:lvl1pPr>
          </a:lstStyle>
          <a:p>
            <a:pPr>
              <a:defRPr/>
            </a:pPr>
            <a:endParaRPr lang="en-IN"/>
          </a:p>
        </p:txBody>
      </p:sp>
      <p:sp>
        <p:nvSpPr>
          <p:cNvPr id="4" name="Slide Number Placeholder 5">
            <a:extLst>
              <a:ext uri="{FF2B5EF4-FFF2-40B4-BE49-F238E27FC236}">
                <a16:creationId xmlns:a16="http://schemas.microsoft.com/office/drawing/2014/main" id="{4B8239FC-09DF-0126-261A-6637187AEB19}"/>
              </a:ext>
            </a:extLst>
          </p:cNvPr>
          <p:cNvSpPr>
            <a:spLocks noGrp="1"/>
          </p:cNvSpPr>
          <p:nvPr>
            <p:ph type="sldNum" sz="quarter" idx="12"/>
          </p:nvPr>
        </p:nvSpPr>
        <p:spPr/>
        <p:txBody>
          <a:bodyPr/>
          <a:lstStyle>
            <a:lvl1pPr>
              <a:defRPr/>
            </a:lvl1pPr>
          </a:lstStyle>
          <a:p>
            <a:fld id="{62D5BF39-1239-473E-B4F7-E7F62AD33FBD}" type="slidenum">
              <a:rPr lang="en-IN" altLang="en-US"/>
              <a:pPr/>
              <a:t>‹#›</a:t>
            </a:fld>
            <a:endParaRPr lang="en-IN" altLang="en-US"/>
          </a:p>
        </p:txBody>
      </p:sp>
    </p:spTree>
    <p:extLst>
      <p:ext uri="{BB962C8B-B14F-4D97-AF65-F5344CB8AC3E}">
        <p14:creationId xmlns:p14="http://schemas.microsoft.com/office/powerpoint/2010/main" val="3561387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66FAF597-00E6-6B46-309D-D4233B55461E}"/>
              </a:ext>
            </a:extLst>
          </p:cNvPr>
          <p:cNvSpPr>
            <a:spLocks noGrp="1"/>
          </p:cNvSpPr>
          <p:nvPr>
            <p:ph type="dt" sz="half" idx="10"/>
          </p:nvPr>
        </p:nvSpPr>
        <p:spPr/>
        <p:txBody>
          <a:bodyPr/>
          <a:lstStyle>
            <a:lvl1pPr>
              <a:defRPr/>
            </a:lvl1pPr>
          </a:lstStyle>
          <a:p>
            <a:pPr>
              <a:defRPr/>
            </a:pPr>
            <a:fld id="{AF37DA55-C823-4F50-9F88-9D479251AEDC}" type="datetime1">
              <a:rPr lang="en-IN"/>
              <a:pPr>
                <a:defRPr/>
              </a:pPr>
              <a:t>17-11-2025</a:t>
            </a:fld>
            <a:endParaRPr lang="en-IN"/>
          </a:p>
        </p:txBody>
      </p:sp>
      <p:sp>
        <p:nvSpPr>
          <p:cNvPr id="6" name="Footer Placeholder 4">
            <a:extLst>
              <a:ext uri="{FF2B5EF4-FFF2-40B4-BE49-F238E27FC236}">
                <a16:creationId xmlns:a16="http://schemas.microsoft.com/office/drawing/2014/main" id="{3DF2562A-7788-2413-3B6C-ED21B9209A1F}"/>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5A78CF91-A0D0-7983-565D-B7D52D0290A9}"/>
              </a:ext>
            </a:extLst>
          </p:cNvPr>
          <p:cNvSpPr>
            <a:spLocks noGrp="1"/>
          </p:cNvSpPr>
          <p:nvPr>
            <p:ph type="sldNum" sz="quarter" idx="12"/>
          </p:nvPr>
        </p:nvSpPr>
        <p:spPr/>
        <p:txBody>
          <a:bodyPr/>
          <a:lstStyle>
            <a:lvl1pPr>
              <a:defRPr/>
            </a:lvl1pPr>
          </a:lstStyle>
          <a:p>
            <a:fld id="{84A4834E-2FB2-488D-8F60-BA1031AF4641}" type="slidenum">
              <a:rPr lang="en-IN" altLang="en-US"/>
              <a:pPr/>
              <a:t>‹#›</a:t>
            </a:fld>
            <a:endParaRPr lang="en-IN" altLang="en-US"/>
          </a:p>
        </p:txBody>
      </p:sp>
    </p:spTree>
    <p:extLst>
      <p:ext uri="{BB962C8B-B14F-4D97-AF65-F5344CB8AC3E}">
        <p14:creationId xmlns:p14="http://schemas.microsoft.com/office/powerpoint/2010/main" val="22912107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B2F09672-181C-9CC9-8175-F8B4D66498D3}"/>
              </a:ext>
            </a:extLst>
          </p:cNvPr>
          <p:cNvSpPr>
            <a:spLocks noGrp="1"/>
          </p:cNvSpPr>
          <p:nvPr>
            <p:ph type="dt" sz="half" idx="10"/>
          </p:nvPr>
        </p:nvSpPr>
        <p:spPr/>
        <p:txBody>
          <a:bodyPr/>
          <a:lstStyle>
            <a:lvl1pPr>
              <a:defRPr/>
            </a:lvl1pPr>
          </a:lstStyle>
          <a:p>
            <a:pPr>
              <a:defRPr/>
            </a:pPr>
            <a:fld id="{6EC1C556-72CB-4F1A-917F-C753AF3D3862}" type="datetime1">
              <a:rPr lang="en-IN"/>
              <a:pPr>
                <a:defRPr/>
              </a:pPr>
              <a:t>17-11-2025</a:t>
            </a:fld>
            <a:endParaRPr lang="en-IN"/>
          </a:p>
        </p:txBody>
      </p:sp>
      <p:sp>
        <p:nvSpPr>
          <p:cNvPr id="6" name="Footer Placeholder 4">
            <a:extLst>
              <a:ext uri="{FF2B5EF4-FFF2-40B4-BE49-F238E27FC236}">
                <a16:creationId xmlns:a16="http://schemas.microsoft.com/office/drawing/2014/main" id="{3B33D04A-6FA3-253D-5017-9733E7B16271}"/>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71F5BF6F-D989-1BF1-A4B6-1F0B216E1F7F}"/>
              </a:ext>
            </a:extLst>
          </p:cNvPr>
          <p:cNvSpPr>
            <a:spLocks noGrp="1"/>
          </p:cNvSpPr>
          <p:nvPr>
            <p:ph type="sldNum" sz="quarter" idx="12"/>
          </p:nvPr>
        </p:nvSpPr>
        <p:spPr/>
        <p:txBody>
          <a:bodyPr/>
          <a:lstStyle>
            <a:lvl1pPr>
              <a:defRPr/>
            </a:lvl1pPr>
          </a:lstStyle>
          <a:p>
            <a:fld id="{83ECC2C8-823E-42DB-8213-F99A77A7BF95}" type="slidenum">
              <a:rPr lang="en-IN" altLang="en-US"/>
              <a:pPr/>
              <a:t>‹#›</a:t>
            </a:fld>
            <a:endParaRPr lang="en-IN" altLang="en-US"/>
          </a:p>
        </p:txBody>
      </p:sp>
    </p:spTree>
    <p:extLst>
      <p:ext uri="{BB962C8B-B14F-4D97-AF65-F5344CB8AC3E}">
        <p14:creationId xmlns:p14="http://schemas.microsoft.com/office/powerpoint/2010/main" val="2466886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57198E-728E-5559-2289-A9FFE1F95B07}"/>
              </a:ext>
            </a:extLst>
          </p:cNvPr>
          <p:cNvSpPr>
            <a:spLocks noGrp="1"/>
          </p:cNvSpPr>
          <p:nvPr>
            <p:ph type="dt" sz="half" idx="10"/>
          </p:nvPr>
        </p:nvSpPr>
        <p:spPr/>
        <p:txBody>
          <a:bodyPr/>
          <a:lstStyle>
            <a:lvl1pPr>
              <a:defRPr/>
            </a:lvl1pPr>
          </a:lstStyle>
          <a:p>
            <a:pPr>
              <a:defRPr/>
            </a:pPr>
            <a:fld id="{26EE095C-3707-4B1D-ACB8-BF0189D0A8AA}" type="datetime1">
              <a:rPr lang="en-IN"/>
              <a:pPr>
                <a:defRPr/>
              </a:pPr>
              <a:t>17-11-2025</a:t>
            </a:fld>
            <a:endParaRPr lang="en-IN"/>
          </a:p>
        </p:txBody>
      </p:sp>
      <p:sp>
        <p:nvSpPr>
          <p:cNvPr id="5" name="Footer Placeholder 4">
            <a:extLst>
              <a:ext uri="{FF2B5EF4-FFF2-40B4-BE49-F238E27FC236}">
                <a16:creationId xmlns:a16="http://schemas.microsoft.com/office/drawing/2014/main" id="{F93DBB4C-F8BD-C2E7-758A-601B4A6DBDBF}"/>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DE63513B-8A4D-BECB-DBAD-16E6FFCBE696}"/>
              </a:ext>
            </a:extLst>
          </p:cNvPr>
          <p:cNvSpPr>
            <a:spLocks noGrp="1"/>
          </p:cNvSpPr>
          <p:nvPr>
            <p:ph type="sldNum" sz="quarter" idx="12"/>
          </p:nvPr>
        </p:nvSpPr>
        <p:spPr/>
        <p:txBody>
          <a:bodyPr/>
          <a:lstStyle>
            <a:lvl1pPr>
              <a:defRPr/>
            </a:lvl1pPr>
          </a:lstStyle>
          <a:p>
            <a:fld id="{BD767053-2E1A-48FD-8FDA-300987CE7185}" type="slidenum">
              <a:rPr lang="en-IN" altLang="en-US"/>
              <a:pPr/>
              <a:t>‹#›</a:t>
            </a:fld>
            <a:endParaRPr lang="en-IN" altLang="en-US"/>
          </a:p>
        </p:txBody>
      </p:sp>
    </p:spTree>
    <p:extLst>
      <p:ext uri="{BB962C8B-B14F-4D97-AF65-F5344CB8AC3E}">
        <p14:creationId xmlns:p14="http://schemas.microsoft.com/office/powerpoint/2010/main" val="1862871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5B779F-1CEC-52D6-03FA-262C62ED608C}"/>
              </a:ext>
            </a:extLst>
          </p:cNvPr>
          <p:cNvSpPr>
            <a:spLocks noGrp="1"/>
          </p:cNvSpPr>
          <p:nvPr>
            <p:ph type="dt" sz="half" idx="10"/>
          </p:nvPr>
        </p:nvSpPr>
        <p:spPr/>
        <p:txBody>
          <a:bodyPr/>
          <a:lstStyle>
            <a:lvl1pPr>
              <a:defRPr/>
            </a:lvl1pPr>
          </a:lstStyle>
          <a:p>
            <a:pPr>
              <a:defRPr/>
            </a:pPr>
            <a:fld id="{387C9171-4664-4A1C-B9BE-A26516ECB50D}" type="datetime1">
              <a:rPr lang="en-IN"/>
              <a:pPr>
                <a:defRPr/>
              </a:pPr>
              <a:t>17-11-2025</a:t>
            </a:fld>
            <a:endParaRPr lang="en-IN"/>
          </a:p>
        </p:txBody>
      </p:sp>
      <p:sp>
        <p:nvSpPr>
          <p:cNvPr id="5" name="Footer Placeholder 4">
            <a:extLst>
              <a:ext uri="{FF2B5EF4-FFF2-40B4-BE49-F238E27FC236}">
                <a16:creationId xmlns:a16="http://schemas.microsoft.com/office/drawing/2014/main" id="{B56E7AF9-D544-F846-796E-0AA6CD335FB7}"/>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62FC08CE-B4B2-F586-1618-D013CA6C0DBB}"/>
              </a:ext>
            </a:extLst>
          </p:cNvPr>
          <p:cNvSpPr>
            <a:spLocks noGrp="1"/>
          </p:cNvSpPr>
          <p:nvPr>
            <p:ph type="sldNum" sz="quarter" idx="12"/>
          </p:nvPr>
        </p:nvSpPr>
        <p:spPr/>
        <p:txBody>
          <a:bodyPr/>
          <a:lstStyle>
            <a:lvl1pPr>
              <a:defRPr/>
            </a:lvl1pPr>
          </a:lstStyle>
          <a:p>
            <a:fld id="{609910A3-F10B-40D8-8E33-E364C3066A97}" type="slidenum">
              <a:rPr lang="en-IN" altLang="en-US"/>
              <a:pPr/>
              <a:t>‹#›</a:t>
            </a:fld>
            <a:endParaRPr lang="en-IN" altLang="en-US"/>
          </a:p>
        </p:txBody>
      </p:sp>
    </p:spTree>
    <p:extLst>
      <p:ext uri="{BB962C8B-B14F-4D97-AF65-F5344CB8AC3E}">
        <p14:creationId xmlns:p14="http://schemas.microsoft.com/office/powerpoint/2010/main" val="40107218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94A6805A-1A08-18E7-8AB9-241025A17E3C}"/>
              </a:ext>
            </a:extLst>
          </p:cNvPr>
          <p:cNvSpPr>
            <a:spLocks noGrp="1"/>
          </p:cNvSpPr>
          <p:nvPr>
            <p:ph type="dt" sz="half" idx="10"/>
          </p:nvPr>
        </p:nvSpPr>
        <p:spPr/>
        <p:txBody>
          <a:bodyPr/>
          <a:lstStyle>
            <a:lvl1pPr>
              <a:defRPr/>
            </a:lvl1pPr>
          </a:lstStyle>
          <a:p>
            <a:pPr>
              <a:defRPr/>
            </a:pPr>
            <a:fld id="{D595F9A2-941A-4D59-B085-56FE444F93A9}" type="datetime1">
              <a:rPr lang="en-IN"/>
              <a:pPr>
                <a:defRPr/>
              </a:pPr>
              <a:t>17-11-2025</a:t>
            </a:fld>
            <a:endParaRPr lang="en-US"/>
          </a:p>
        </p:txBody>
      </p:sp>
      <p:sp>
        <p:nvSpPr>
          <p:cNvPr id="5" name="Footer Placeholder 4">
            <a:extLst>
              <a:ext uri="{FF2B5EF4-FFF2-40B4-BE49-F238E27FC236}">
                <a16:creationId xmlns:a16="http://schemas.microsoft.com/office/drawing/2014/main" id="{DFC0AADC-4305-2490-F2CC-4A9A5286FB6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78861A6-A6C1-7253-31DD-0F55C6681BFB}"/>
              </a:ext>
            </a:extLst>
          </p:cNvPr>
          <p:cNvSpPr>
            <a:spLocks noGrp="1"/>
          </p:cNvSpPr>
          <p:nvPr>
            <p:ph type="sldNum" sz="quarter" idx="12"/>
          </p:nvPr>
        </p:nvSpPr>
        <p:spPr/>
        <p:txBody>
          <a:bodyPr/>
          <a:lstStyle>
            <a:lvl1pPr>
              <a:defRPr/>
            </a:lvl1pPr>
          </a:lstStyle>
          <a:p>
            <a:fld id="{F267EC73-A85D-4002-A28C-39B756E5BC6E}" type="slidenum">
              <a:rPr lang="en-US" altLang="en-US"/>
              <a:pPr/>
              <a:t>‹#›</a:t>
            </a:fld>
            <a:endParaRPr lang="en-US" altLang="en-US"/>
          </a:p>
        </p:txBody>
      </p:sp>
    </p:spTree>
    <p:extLst>
      <p:ext uri="{BB962C8B-B14F-4D97-AF65-F5344CB8AC3E}">
        <p14:creationId xmlns:p14="http://schemas.microsoft.com/office/powerpoint/2010/main" val="38428521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DA05F1-7CEE-6692-3379-70F9F99F01D8}"/>
              </a:ext>
            </a:extLst>
          </p:cNvPr>
          <p:cNvSpPr>
            <a:spLocks noGrp="1"/>
          </p:cNvSpPr>
          <p:nvPr>
            <p:ph type="dt" sz="half" idx="10"/>
          </p:nvPr>
        </p:nvSpPr>
        <p:spPr/>
        <p:txBody>
          <a:bodyPr/>
          <a:lstStyle>
            <a:lvl1pPr>
              <a:defRPr/>
            </a:lvl1pPr>
          </a:lstStyle>
          <a:p>
            <a:pPr>
              <a:defRPr/>
            </a:pPr>
            <a:fld id="{D39EC770-BC27-4BFA-AECA-639E5140311B}" type="datetime1">
              <a:rPr lang="en-IN"/>
              <a:pPr>
                <a:defRPr/>
              </a:pPr>
              <a:t>17-11-2025</a:t>
            </a:fld>
            <a:endParaRPr lang="en-US"/>
          </a:p>
        </p:txBody>
      </p:sp>
      <p:sp>
        <p:nvSpPr>
          <p:cNvPr id="5" name="Footer Placeholder 4">
            <a:extLst>
              <a:ext uri="{FF2B5EF4-FFF2-40B4-BE49-F238E27FC236}">
                <a16:creationId xmlns:a16="http://schemas.microsoft.com/office/drawing/2014/main" id="{1838CBAE-0ADD-5728-49C3-6BCAD28B9E9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BB21CE0-C857-BA73-96DA-AB4A50098BA7}"/>
              </a:ext>
            </a:extLst>
          </p:cNvPr>
          <p:cNvSpPr>
            <a:spLocks noGrp="1"/>
          </p:cNvSpPr>
          <p:nvPr>
            <p:ph type="sldNum" sz="quarter" idx="12"/>
          </p:nvPr>
        </p:nvSpPr>
        <p:spPr/>
        <p:txBody>
          <a:bodyPr/>
          <a:lstStyle>
            <a:lvl1pPr>
              <a:defRPr/>
            </a:lvl1pPr>
          </a:lstStyle>
          <a:p>
            <a:fld id="{381CD582-7A3C-4EFA-972F-3A16A223994E}" type="slidenum">
              <a:rPr lang="en-US" altLang="en-US"/>
              <a:pPr/>
              <a:t>‹#›</a:t>
            </a:fld>
            <a:endParaRPr lang="en-US" altLang="en-US"/>
          </a:p>
        </p:txBody>
      </p:sp>
    </p:spTree>
    <p:extLst>
      <p:ext uri="{BB962C8B-B14F-4D97-AF65-F5344CB8AC3E}">
        <p14:creationId xmlns:p14="http://schemas.microsoft.com/office/powerpoint/2010/main" val="2474563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4031D4E-1E5A-5B5B-C06D-B8819E819FA8}"/>
              </a:ext>
            </a:extLst>
          </p:cNvPr>
          <p:cNvSpPr>
            <a:spLocks noGrp="1"/>
          </p:cNvSpPr>
          <p:nvPr>
            <p:ph type="dt" sz="half" idx="10"/>
          </p:nvPr>
        </p:nvSpPr>
        <p:spPr/>
        <p:txBody>
          <a:bodyPr/>
          <a:lstStyle>
            <a:lvl1pPr>
              <a:defRPr/>
            </a:lvl1pPr>
          </a:lstStyle>
          <a:p>
            <a:pPr>
              <a:defRPr/>
            </a:pPr>
            <a:fld id="{470451F8-8EE8-45B3-A658-E8BFC2026901}" type="datetime1">
              <a:rPr lang="en-IN"/>
              <a:pPr>
                <a:defRPr/>
              </a:pPr>
              <a:t>17-11-2025</a:t>
            </a:fld>
            <a:endParaRPr lang="en-US"/>
          </a:p>
        </p:txBody>
      </p:sp>
      <p:sp>
        <p:nvSpPr>
          <p:cNvPr id="5" name="Footer Placeholder 4">
            <a:extLst>
              <a:ext uri="{FF2B5EF4-FFF2-40B4-BE49-F238E27FC236}">
                <a16:creationId xmlns:a16="http://schemas.microsoft.com/office/drawing/2014/main" id="{B37B2ACB-54FF-EF67-FBA1-811A8B757AD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D879319-011E-9E24-5392-98831CF145A1}"/>
              </a:ext>
            </a:extLst>
          </p:cNvPr>
          <p:cNvSpPr>
            <a:spLocks noGrp="1"/>
          </p:cNvSpPr>
          <p:nvPr>
            <p:ph type="sldNum" sz="quarter" idx="12"/>
          </p:nvPr>
        </p:nvSpPr>
        <p:spPr/>
        <p:txBody>
          <a:bodyPr/>
          <a:lstStyle>
            <a:lvl1pPr>
              <a:defRPr/>
            </a:lvl1pPr>
          </a:lstStyle>
          <a:p>
            <a:fld id="{2534B96B-5209-4992-BAA7-3E72B555791C}" type="slidenum">
              <a:rPr lang="en-US" altLang="en-US"/>
              <a:pPr/>
              <a:t>‹#›</a:t>
            </a:fld>
            <a:endParaRPr lang="en-US" altLang="en-US"/>
          </a:p>
        </p:txBody>
      </p:sp>
    </p:spTree>
    <p:extLst>
      <p:ext uri="{BB962C8B-B14F-4D97-AF65-F5344CB8AC3E}">
        <p14:creationId xmlns:p14="http://schemas.microsoft.com/office/powerpoint/2010/main" val="2110712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04814873-7732-5330-4930-925B742FEC5D}"/>
              </a:ext>
            </a:extLst>
          </p:cNvPr>
          <p:cNvSpPr>
            <a:spLocks noGrp="1"/>
          </p:cNvSpPr>
          <p:nvPr>
            <p:ph type="dt" sz="half" idx="10"/>
          </p:nvPr>
        </p:nvSpPr>
        <p:spPr/>
        <p:txBody>
          <a:bodyPr/>
          <a:lstStyle>
            <a:lvl1pPr>
              <a:defRPr/>
            </a:lvl1pPr>
          </a:lstStyle>
          <a:p>
            <a:pPr>
              <a:defRPr/>
            </a:pPr>
            <a:fld id="{B7C2C510-F20D-4CD4-AAF1-40F7B384C748}" type="datetime1">
              <a:rPr lang="en-IN"/>
              <a:pPr>
                <a:defRPr/>
              </a:pPr>
              <a:t>17-11-2025</a:t>
            </a:fld>
            <a:endParaRPr lang="en-US"/>
          </a:p>
        </p:txBody>
      </p:sp>
      <p:sp>
        <p:nvSpPr>
          <p:cNvPr id="6" name="Footer Placeholder 4">
            <a:extLst>
              <a:ext uri="{FF2B5EF4-FFF2-40B4-BE49-F238E27FC236}">
                <a16:creationId xmlns:a16="http://schemas.microsoft.com/office/drawing/2014/main" id="{10E303B9-4B9D-69AB-E71F-5D616C95850D}"/>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65C31ADD-88BA-ABA1-30E3-3AAC29D249E1}"/>
              </a:ext>
            </a:extLst>
          </p:cNvPr>
          <p:cNvSpPr>
            <a:spLocks noGrp="1"/>
          </p:cNvSpPr>
          <p:nvPr>
            <p:ph type="sldNum" sz="quarter" idx="12"/>
          </p:nvPr>
        </p:nvSpPr>
        <p:spPr/>
        <p:txBody>
          <a:bodyPr/>
          <a:lstStyle>
            <a:lvl1pPr>
              <a:defRPr/>
            </a:lvl1pPr>
          </a:lstStyle>
          <a:p>
            <a:fld id="{452EA936-3391-46B3-831E-CE3CF2F18349}" type="slidenum">
              <a:rPr lang="en-US" altLang="en-US"/>
              <a:pPr/>
              <a:t>‹#›</a:t>
            </a:fld>
            <a:endParaRPr lang="en-US" altLang="en-US"/>
          </a:p>
        </p:txBody>
      </p:sp>
    </p:spTree>
    <p:extLst>
      <p:ext uri="{BB962C8B-B14F-4D97-AF65-F5344CB8AC3E}">
        <p14:creationId xmlns:p14="http://schemas.microsoft.com/office/powerpoint/2010/main" val="33626045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09703311-648B-9252-B5E5-43DBEC9A81EB}"/>
              </a:ext>
            </a:extLst>
          </p:cNvPr>
          <p:cNvSpPr>
            <a:spLocks noGrp="1"/>
          </p:cNvSpPr>
          <p:nvPr>
            <p:ph type="dt" sz="half" idx="10"/>
          </p:nvPr>
        </p:nvSpPr>
        <p:spPr/>
        <p:txBody>
          <a:bodyPr/>
          <a:lstStyle>
            <a:lvl1pPr>
              <a:defRPr/>
            </a:lvl1pPr>
          </a:lstStyle>
          <a:p>
            <a:pPr>
              <a:defRPr/>
            </a:pPr>
            <a:fld id="{6F34EBD5-D18C-4064-BD45-CFD6AD54EC6D}" type="datetime1">
              <a:rPr lang="en-IN"/>
              <a:pPr>
                <a:defRPr/>
              </a:pPr>
              <a:t>17-11-2025</a:t>
            </a:fld>
            <a:endParaRPr lang="en-US"/>
          </a:p>
        </p:txBody>
      </p:sp>
      <p:sp>
        <p:nvSpPr>
          <p:cNvPr id="8" name="Footer Placeholder 4">
            <a:extLst>
              <a:ext uri="{FF2B5EF4-FFF2-40B4-BE49-F238E27FC236}">
                <a16:creationId xmlns:a16="http://schemas.microsoft.com/office/drawing/2014/main" id="{13978726-A469-84AA-EA6E-6ED6E88EB349}"/>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C42C5645-1877-6BA6-9D7E-4C854E1FE600}"/>
              </a:ext>
            </a:extLst>
          </p:cNvPr>
          <p:cNvSpPr>
            <a:spLocks noGrp="1"/>
          </p:cNvSpPr>
          <p:nvPr>
            <p:ph type="sldNum" sz="quarter" idx="12"/>
          </p:nvPr>
        </p:nvSpPr>
        <p:spPr/>
        <p:txBody>
          <a:bodyPr/>
          <a:lstStyle>
            <a:lvl1pPr>
              <a:defRPr/>
            </a:lvl1pPr>
          </a:lstStyle>
          <a:p>
            <a:fld id="{EEB64622-6040-47DD-8DDE-D8B8669C8B76}" type="slidenum">
              <a:rPr lang="en-US" altLang="en-US"/>
              <a:pPr/>
              <a:t>‹#›</a:t>
            </a:fld>
            <a:endParaRPr lang="en-US" altLang="en-US"/>
          </a:p>
        </p:txBody>
      </p:sp>
    </p:spTree>
    <p:extLst>
      <p:ext uri="{BB962C8B-B14F-4D97-AF65-F5344CB8AC3E}">
        <p14:creationId xmlns:p14="http://schemas.microsoft.com/office/powerpoint/2010/main" val="34205104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AB996DAC-30B0-B7F8-FCC1-6861C43DC0EB}"/>
              </a:ext>
            </a:extLst>
          </p:cNvPr>
          <p:cNvSpPr>
            <a:spLocks noGrp="1"/>
          </p:cNvSpPr>
          <p:nvPr>
            <p:ph type="dt" sz="half" idx="10"/>
          </p:nvPr>
        </p:nvSpPr>
        <p:spPr/>
        <p:txBody>
          <a:bodyPr/>
          <a:lstStyle>
            <a:lvl1pPr>
              <a:defRPr/>
            </a:lvl1pPr>
          </a:lstStyle>
          <a:p>
            <a:pPr>
              <a:defRPr/>
            </a:pPr>
            <a:fld id="{5B968032-45AF-4D55-89D4-983C4BAC4D5A}" type="datetime1">
              <a:rPr lang="en-IN"/>
              <a:pPr>
                <a:defRPr/>
              </a:pPr>
              <a:t>17-11-2025</a:t>
            </a:fld>
            <a:endParaRPr lang="en-US"/>
          </a:p>
        </p:txBody>
      </p:sp>
      <p:sp>
        <p:nvSpPr>
          <p:cNvPr id="4" name="Footer Placeholder 4">
            <a:extLst>
              <a:ext uri="{FF2B5EF4-FFF2-40B4-BE49-F238E27FC236}">
                <a16:creationId xmlns:a16="http://schemas.microsoft.com/office/drawing/2014/main" id="{787D4146-7A34-5BCB-A994-7DC47A2E9F73}"/>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A3C72EC0-9BA5-F8BD-3A0B-94EF5FB41263}"/>
              </a:ext>
            </a:extLst>
          </p:cNvPr>
          <p:cNvSpPr>
            <a:spLocks noGrp="1"/>
          </p:cNvSpPr>
          <p:nvPr>
            <p:ph type="sldNum" sz="quarter" idx="12"/>
          </p:nvPr>
        </p:nvSpPr>
        <p:spPr/>
        <p:txBody>
          <a:bodyPr/>
          <a:lstStyle>
            <a:lvl1pPr>
              <a:defRPr/>
            </a:lvl1pPr>
          </a:lstStyle>
          <a:p>
            <a:fld id="{FB29718C-0B85-4C30-8C89-F322198F0712}" type="slidenum">
              <a:rPr lang="en-US" altLang="en-US"/>
              <a:pPr/>
              <a:t>‹#›</a:t>
            </a:fld>
            <a:endParaRPr lang="en-US" altLang="en-US"/>
          </a:p>
        </p:txBody>
      </p:sp>
    </p:spTree>
    <p:extLst>
      <p:ext uri="{BB962C8B-B14F-4D97-AF65-F5344CB8AC3E}">
        <p14:creationId xmlns:p14="http://schemas.microsoft.com/office/powerpoint/2010/main" val="34853909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4DE4885B-5127-D961-BB2F-4A4396F3818C}"/>
              </a:ext>
            </a:extLst>
          </p:cNvPr>
          <p:cNvSpPr>
            <a:spLocks noGrp="1"/>
          </p:cNvSpPr>
          <p:nvPr>
            <p:ph type="dt" sz="half" idx="10"/>
          </p:nvPr>
        </p:nvSpPr>
        <p:spPr/>
        <p:txBody>
          <a:bodyPr/>
          <a:lstStyle>
            <a:lvl1pPr>
              <a:defRPr/>
            </a:lvl1pPr>
          </a:lstStyle>
          <a:p>
            <a:pPr>
              <a:defRPr/>
            </a:pPr>
            <a:fld id="{A39C3E02-366C-4819-9490-714305E15369}" type="datetime1">
              <a:rPr lang="en-IN"/>
              <a:pPr>
                <a:defRPr/>
              </a:pPr>
              <a:t>17-11-2025</a:t>
            </a:fld>
            <a:endParaRPr lang="en-US"/>
          </a:p>
        </p:txBody>
      </p:sp>
      <p:sp>
        <p:nvSpPr>
          <p:cNvPr id="3" name="Footer Placeholder 4">
            <a:extLst>
              <a:ext uri="{FF2B5EF4-FFF2-40B4-BE49-F238E27FC236}">
                <a16:creationId xmlns:a16="http://schemas.microsoft.com/office/drawing/2014/main" id="{BF431A3E-1F67-646D-89D2-2CF4E672C207}"/>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9B8CD9CE-971D-147F-3CC1-772511DEA92A}"/>
              </a:ext>
            </a:extLst>
          </p:cNvPr>
          <p:cNvSpPr>
            <a:spLocks noGrp="1"/>
          </p:cNvSpPr>
          <p:nvPr>
            <p:ph type="sldNum" sz="quarter" idx="12"/>
          </p:nvPr>
        </p:nvSpPr>
        <p:spPr/>
        <p:txBody>
          <a:bodyPr/>
          <a:lstStyle>
            <a:lvl1pPr>
              <a:defRPr/>
            </a:lvl1pPr>
          </a:lstStyle>
          <a:p>
            <a:fld id="{2AC7B211-7760-440E-B631-F10F369E0054}" type="slidenum">
              <a:rPr lang="en-US" altLang="en-US"/>
              <a:pPr/>
              <a:t>‹#›</a:t>
            </a:fld>
            <a:endParaRPr lang="en-US" altLang="en-US"/>
          </a:p>
        </p:txBody>
      </p:sp>
    </p:spTree>
    <p:extLst>
      <p:ext uri="{BB962C8B-B14F-4D97-AF65-F5344CB8AC3E}">
        <p14:creationId xmlns:p14="http://schemas.microsoft.com/office/powerpoint/2010/main" val="22330418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EE532C41-85B9-DD94-3B3E-7065845797FE}"/>
              </a:ext>
            </a:extLst>
          </p:cNvPr>
          <p:cNvSpPr>
            <a:spLocks noGrp="1"/>
          </p:cNvSpPr>
          <p:nvPr>
            <p:ph type="dt" sz="half" idx="10"/>
          </p:nvPr>
        </p:nvSpPr>
        <p:spPr/>
        <p:txBody>
          <a:bodyPr/>
          <a:lstStyle>
            <a:lvl1pPr>
              <a:defRPr/>
            </a:lvl1pPr>
          </a:lstStyle>
          <a:p>
            <a:pPr>
              <a:defRPr/>
            </a:pPr>
            <a:fld id="{F526C56B-6BC0-4EDD-B0B8-EBABEDFCD438}" type="datetime1">
              <a:rPr lang="en-IN"/>
              <a:pPr>
                <a:defRPr/>
              </a:pPr>
              <a:t>17-11-2025</a:t>
            </a:fld>
            <a:endParaRPr lang="en-US"/>
          </a:p>
        </p:txBody>
      </p:sp>
      <p:sp>
        <p:nvSpPr>
          <p:cNvPr id="6" name="Footer Placeholder 4">
            <a:extLst>
              <a:ext uri="{FF2B5EF4-FFF2-40B4-BE49-F238E27FC236}">
                <a16:creationId xmlns:a16="http://schemas.microsoft.com/office/drawing/2014/main" id="{23FE9C00-EE7C-8CB6-3D28-43942AFF9E4B}"/>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7774CEE-D1BA-1439-3B5B-F1B9E3917B9E}"/>
              </a:ext>
            </a:extLst>
          </p:cNvPr>
          <p:cNvSpPr>
            <a:spLocks noGrp="1"/>
          </p:cNvSpPr>
          <p:nvPr>
            <p:ph type="sldNum" sz="quarter" idx="12"/>
          </p:nvPr>
        </p:nvSpPr>
        <p:spPr/>
        <p:txBody>
          <a:bodyPr/>
          <a:lstStyle>
            <a:lvl1pPr>
              <a:defRPr/>
            </a:lvl1pPr>
          </a:lstStyle>
          <a:p>
            <a:fld id="{3BCC4D37-4BA3-4E33-84E4-94A7DE889D4C}" type="slidenum">
              <a:rPr lang="en-US" altLang="en-US"/>
              <a:pPr/>
              <a:t>‹#›</a:t>
            </a:fld>
            <a:endParaRPr lang="en-US" altLang="en-US"/>
          </a:p>
        </p:txBody>
      </p:sp>
    </p:spTree>
    <p:extLst>
      <p:ext uri="{BB962C8B-B14F-4D97-AF65-F5344CB8AC3E}">
        <p14:creationId xmlns:p14="http://schemas.microsoft.com/office/powerpoint/2010/main" val="300649432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3F1BB4F9-76AA-7A56-A9EB-41AA8D24A8EF}"/>
              </a:ext>
            </a:extLst>
          </p:cNvPr>
          <p:cNvSpPr>
            <a:spLocks noGrp="1"/>
          </p:cNvSpPr>
          <p:nvPr>
            <p:ph type="dt" sz="half" idx="10"/>
          </p:nvPr>
        </p:nvSpPr>
        <p:spPr/>
        <p:txBody>
          <a:bodyPr/>
          <a:lstStyle>
            <a:lvl1pPr>
              <a:defRPr/>
            </a:lvl1pPr>
          </a:lstStyle>
          <a:p>
            <a:pPr>
              <a:defRPr/>
            </a:pPr>
            <a:fld id="{03DEF246-7E97-43B0-8ED6-75F03FC0B2D2}" type="datetime1">
              <a:rPr lang="en-IN"/>
              <a:pPr>
                <a:defRPr/>
              </a:pPr>
              <a:t>17-11-2025</a:t>
            </a:fld>
            <a:endParaRPr lang="en-US"/>
          </a:p>
        </p:txBody>
      </p:sp>
      <p:sp>
        <p:nvSpPr>
          <p:cNvPr id="6" name="Footer Placeholder 4">
            <a:extLst>
              <a:ext uri="{FF2B5EF4-FFF2-40B4-BE49-F238E27FC236}">
                <a16:creationId xmlns:a16="http://schemas.microsoft.com/office/drawing/2014/main" id="{B1697781-50AC-F264-D32D-B4C4051B9A13}"/>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FCF938B4-9926-4FE3-B713-304C2323ED45}"/>
              </a:ext>
            </a:extLst>
          </p:cNvPr>
          <p:cNvSpPr>
            <a:spLocks noGrp="1"/>
          </p:cNvSpPr>
          <p:nvPr>
            <p:ph type="sldNum" sz="quarter" idx="12"/>
          </p:nvPr>
        </p:nvSpPr>
        <p:spPr/>
        <p:txBody>
          <a:bodyPr/>
          <a:lstStyle>
            <a:lvl1pPr>
              <a:defRPr/>
            </a:lvl1pPr>
          </a:lstStyle>
          <a:p>
            <a:fld id="{09848FAA-E0C5-4EBF-86A5-6408106E010C}" type="slidenum">
              <a:rPr lang="en-US" altLang="en-US"/>
              <a:pPr/>
              <a:t>‹#›</a:t>
            </a:fld>
            <a:endParaRPr lang="en-US" altLang="en-US"/>
          </a:p>
        </p:txBody>
      </p:sp>
    </p:spTree>
    <p:extLst>
      <p:ext uri="{BB962C8B-B14F-4D97-AF65-F5344CB8AC3E}">
        <p14:creationId xmlns:p14="http://schemas.microsoft.com/office/powerpoint/2010/main" val="32204188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268FBA-5223-DA7D-467F-D3508EDA4FA4}"/>
              </a:ext>
            </a:extLst>
          </p:cNvPr>
          <p:cNvSpPr>
            <a:spLocks noGrp="1"/>
          </p:cNvSpPr>
          <p:nvPr>
            <p:ph type="dt" sz="half" idx="10"/>
          </p:nvPr>
        </p:nvSpPr>
        <p:spPr/>
        <p:txBody>
          <a:bodyPr/>
          <a:lstStyle>
            <a:lvl1pPr>
              <a:defRPr/>
            </a:lvl1pPr>
          </a:lstStyle>
          <a:p>
            <a:pPr>
              <a:defRPr/>
            </a:pPr>
            <a:fld id="{FE7BC7DF-D46E-4EFB-8CE2-25AB217EF7AE}" type="datetime1">
              <a:rPr lang="en-IN"/>
              <a:pPr>
                <a:defRPr/>
              </a:pPr>
              <a:t>17-11-2025</a:t>
            </a:fld>
            <a:endParaRPr lang="en-US"/>
          </a:p>
        </p:txBody>
      </p:sp>
      <p:sp>
        <p:nvSpPr>
          <p:cNvPr id="5" name="Footer Placeholder 4">
            <a:extLst>
              <a:ext uri="{FF2B5EF4-FFF2-40B4-BE49-F238E27FC236}">
                <a16:creationId xmlns:a16="http://schemas.microsoft.com/office/drawing/2014/main" id="{A22579CB-82E2-C28D-1864-FC362FA97DF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A53519F-05F1-0DD4-9BB9-7E41C5AB0E67}"/>
              </a:ext>
            </a:extLst>
          </p:cNvPr>
          <p:cNvSpPr>
            <a:spLocks noGrp="1"/>
          </p:cNvSpPr>
          <p:nvPr>
            <p:ph type="sldNum" sz="quarter" idx="12"/>
          </p:nvPr>
        </p:nvSpPr>
        <p:spPr/>
        <p:txBody>
          <a:bodyPr/>
          <a:lstStyle>
            <a:lvl1pPr>
              <a:defRPr/>
            </a:lvl1pPr>
          </a:lstStyle>
          <a:p>
            <a:fld id="{0FD0F53A-F732-481B-AB2A-49725AA314F0}" type="slidenum">
              <a:rPr lang="en-US" altLang="en-US"/>
              <a:pPr/>
              <a:t>‹#›</a:t>
            </a:fld>
            <a:endParaRPr lang="en-US" altLang="en-US"/>
          </a:p>
        </p:txBody>
      </p:sp>
    </p:spTree>
    <p:extLst>
      <p:ext uri="{BB962C8B-B14F-4D97-AF65-F5344CB8AC3E}">
        <p14:creationId xmlns:p14="http://schemas.microsoft.com/office/powerpoint/2010/main" val="7232608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40C9C1-6254-2F5F-1AD8-05A6C30A1F6B}"/>
              </a:ext>
            </a:extLst>
          </p:cNvPr>
          <p:cNvSpPr>
            <a:spLocks noGrp="1"/>
          </p:cNvSpPr>
          <p:nvPr>
            <p:ph type="dt" sz="half" idx="10"/>
          </p:nvPr>
        </p:nvSpPr>
        <p:spPr/>
        <p:txBody>
          <a:bodyPr/>
          <a:lstStyle>
            <a:lvl1pPr>
              <a:defRPr/>
            </a:lvl1pPr>
          </a:lstStyle>
          <a:p>
            <a:pPr>
              <a:defRPr/>
            </a:pPr>
            <a:fld id="{19DE61C3-9CC4-4164-B72E-773BA37390EF}" type="datetime1">
              <a:rPr lang="en-IN"/>
              <a:pPr>
                <a:defRPr/>
              </a:pPr>
              <a:t>17-11-2025</a:t>
            </a:fld>
            <a:endParaRPr lang="en-US"/>
          </a:p>
        </p:txBody>
      </p:sp>
      <p:sp>
        <p:nvSpPr>
          <p:cNvPr id="5" name="Footer Placeholder 4">
            <a:extLst>
              <a:ext uri="{FF2B5EF4-FFF2-40B4-BE49-F238E27FC236}">
                <a16:creationId xmlns:a16="http://schemas.microsoft.com/office/drawing/2014/main" id="{C3196120-3086-4F86-83FB-9D630DD87BB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98F28C7-D008-6654-87D9-DEA813807CFE}"/>
              </a:ext>
            </a:extLst>
          </p:cNvPr>
          <p:cNvSpPr>
            <a:spLocks noGrp="1"/>
          </p:cNvSpPr>
          <p:nvPr>
            <p:ph type="sldNum" sz="quarter" idx="12"/>
          </p:nvPr>
        </p:nvSpPr>
        <p:spPr/>
        <p:txBody>
          <a:bodyPr/>
          <a:lstStyle>
            <a:lvl1pPr>
              <a:defRPr/>
            </a:lvl1pPr>
          </a:lstStyle>
          <a:p>
            <a:fld id="{9FEF6217-4CAC-48C8-AF62-91AB33F0B8D1}" type="slidenum">
              <a:rPr lang="en-US" altLang="en-US"/>
              <a:pPr/>
              <a:t>‹#›</a:t>
            </a:fld>
            <a:endParaRPr lang="en-US" altLang="en-US"/>
          </a:p>
        </p:txBody>
      </p:sp>
    </p:spTree>
    <p:extLst>
      <p:ext uri="{BB962C8B-B14F-4D97-AF65-F5344CB8AC3E}">
        <p14:creationId xmlns:p14="http://schemas.microsoft.com/office/powerpoint/2010/main" val="20530774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E98639E3-7C34-A456-659C-745F1064B8C5}"/>
              </a:ext>
            </a:extLst>
          </p:cNvPr>
          <p:cNvSpPr>
            <a:spLocks noGrp="1"/>
          </p:cNvSpPr>
          <p:nvPr>
            <p:ph type="dt" sz="half" idx="10"/>
          </p:nvPr>
        </p:nvSpPr>
        <p:spPr/>
        <p:txBody>
          <a:bodyPr/>
          <a:lstStyle>
            <a:lvl1pPr>
              <a:defRPr/>
            </a:lvl1pPr>
          </a:lstStyle>
          <a:p>
            <a:pPr>
              <a:defRPr/>
            </a:pPr>
            <a:fld id="{6CD6AE33-6526-412D-8B1B-A511767D3AEB}" type="datetime1">
              <a:rPr lang="en-IN"/>
              <a:pPr>
                <a:defRPr/>
              </a:pPr>
              <a:t>17-11-2025</a:t>
            </a:fld>
            <a:endParaRPr lang="en-US"/>
          </a:p>
        </p:txBody>
      </p:sp>
      <p:sp>
        <p:nvSpPr>
          <p:cNvPr id="5" name="Footer Placeholder 4">
            <a:extLst>
              <a:ext uri="{FF2B5EF4-FFF2-40B4-BE49-F238E27FC236}">
                <a16:creationId xmlns:a16="http://schemas.microsoft.com/office/drawing/2014/main" id="{9EBC01AF-D273-4AF3-AE94-3F039B838CA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A8EAC6B-8562-8641-BCA6-EFCE6F77DFED}"/>
              </a:ext>
            </a:extLst>
          </p:cNvPr>
          <p:cNvSpPr>
            <a:spLocks noGrp="1"/>
          </p:cNvSpPr>
          <p:nvPr>
            <p:ph type="sldNum" sz="quarter" idx="12"/>
          </p:nvPr>
        </p:nvSpPr>
        <p:spPr/>
        <p:txBody>
          <a:bodyPr/>
          <a:lstStyle>
            <a:lvl1pPr>
              <a:defRPr/>
            </a:lvl1pPr>
          </a:lstStyle>
          <a:p>
            <a:fld id="{4DD48AB5-4120-43A4-9B5D-C63084235589}" type="slidenum">
              <a:rPr lang="en-US" altLang="en-US"/>
              <a:pPr/>
              <a:t>‹#›</a:t>
            </a:fld>
            <a:endParaRPr lang="en-US" altLang="en-US"/>
          </a:p>
        </p:txBody>
      </p:sp>
    </p:spTree>
    <p:extLst>
      <p:ext uri="{BB962C8B-B14F-4D97-AF65-F5344CB8AC3E}">
        <p14:creationId xmlns:p14="http://schemas.microsoft.com/office/powerpoint/2010/main" val="27829392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D83195-16AE-8290-2074-B0BF461290F3}"/>
              </a:ext>
            </a:extLst>
          </p:cNvPr>
          <p:cNvSpPr>
            <a:spLocks noGrp="1"/>
          </p:cNvSpPr>
          <p:nvPr>
            <p:ph type="dt" sz="half" idx="10"/>
          </p:nvPr>
        </p:nvSpPr>
        <p:spPr/>
        <p:txBody>
          <a:bodyPr/>
          <a:lstStyle>
            <a:lvl1pPr>
              <a:defRPr/>
            </a:lvl1pPr>
          </a:lstStyle>
          <a:p>
            <a:pPr>
              <a:defRPr/>
            </a:pPr>
            <a:fld id="{C8A85993-2F12-42B2-9A9E-BD90880A9EDD}" type="datetime1">
              <a:rPr lang="en-IN"/>
              <a:pPr>
                <a:defRPr/>
              </a:pPr>
              <a:t>17-11-2025</a:t>
            </a:fld>
            <a:endParaRPr lang="en-US"/>
          </a:p>
        </p:txBody>
      </p:sp>
      <p:sp>
        <p:nvSpPr>
          <p:cNvPr id="5" name="Footer Placeholder 4">
            <a:extLst>
              <a:ext uri="{FF2B5EF4-FFF2-40B4-BE49-F238E27FC236}">
                <a16:creationId xmlns:a16="http://schemas.microsoft.com/office/drawing/2014/main" id="{C59B5D91-EC11-9B65-FC02-9E843792988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B61F866-C5FC-BC22-8A38-59BF120BDF10}"/>
              </a:ext>
            </a:extLst>
          </p:cNvPr>
          <p:cNvSpPr>
            <a:spLocks noGrp="1"/>
          </p:cNvSpPr>
          <p:nvPr>
            <p:ph type="sldNum" sz="quarter" idx="12"/>
          </p:nvPr>
        </p:nvSpPr>
        <p:spPr/>
        <p:txBody>
          <a:bodyPr/>
          <a:lstStyle>
            <a:lvl1pPr>
              <a:defRPr/>
            </a:lvl1pPr>
          </a:lstStyle>
          <a:p>
            <a:fld id="{26758A0E-4992-4FC0-B208-5D3B2DFF0F7B}" type="slidenum">
              <a:rPr lang="en-US" altLang="en-US"/>
              <a:pPr/>
              <a:t>‹#›</a:t>
            </a:fld>
            <a:endParaRPr lang="en-US" altLang="en-US"/>
          </a:p>
        </p:txBody>
      </p:sp>
    </p:spTree>
    <p:extLst>
      <p:ext uri="{BB962C8B-B14F-4D97-AF65-F5344CB8AC3E}">
        <p14:creationId xmlns:p14="http://schemas.microsoft.com/office/powerpoint/2010/main" val="324768474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F57DDB-9E9F-F813-E98B-08FBC6C16509}"/>
              </a:ext>
            </a:extLst>
          </p:cNvPr>
          <p:cNvSpPr>
            <a:spLocks noGrp="1"/>
          </p:cNvSpPr>
          <p:nvPr>
            <p:ph type="dt" sz="half" idx="10"/>
          </p:nvPr>
        </p:nvSpPr>
        <p:spPr/>
        <p:txBody>
          <a:bodyPr/>
          <a:lstStyle>
            <a:lvl1pPr>
              <a:defRPr/>
            </a:lvl1pPr>
          </a:lstStyle>
          <a:p>
            <a:pPr>
              <a:defRPr/>
            </a:pPr>
            <a:fld id="{42FBC8BC-F93E-4392-AE46-C88FDCCFEB9A}" type="datetime1">
              <a:rPr lang="en-IN"/>
              <a:pPr>
                <a:defRPr/>
              </a:pPr>
              <a:t>17-11-2025</a:t>
            </a:fld>
            <a:endParaRPr lang="en-US"/>
          </a:p>
        </p:txBody>
      </p:sp>
      <p:sp>
        <p:nvSpPr>
          <p:cNvPr id="5" name="Footer Placeholder 4">
            <a:extLst>
              <a:ext uri="{FF2B5EF4-FFF2-40B4-BE49-F238E27FC236}">
                <a16:creationId xmlns:a16="http://schemas.microsoft.com/office/drawing/2014/main" id="{E8F4A2CA-374D-B4A5-BC8E-2547DBCFF12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77FAEA8-7C5D-C0C2-396F-8E5E41BEEBCF}"/>
              </a:ext>
            </a:extLst>
          </p:cNvPr>
          <p:cNvSpPr>
            <a:spLocks noGrp="1"/>
          </p:cNvSpPr>
          <p:nvPr>
            <p:ph type="sldNum" sz="quarter" idx="12"/>
          </p:nvPr>
        </p:nvSpPr>
        <p:spPr/>
        <p:txBody>
          <a:bodyPr/>
          <a:lstStyle>
            <a:lvl1pPr>
              <a:defRPr/>
            </a:lvl1pPr>
          </a:lstStyle>
          <a:p>
            <a:fld id="{F07CC602-85C7-4A47-BE60-8F828EB1ADB1}" type="slidenum">
              <a:rPr lang="en-US" altLang="en-US"/>
              <a:pPr/>
              <a:t>‹#›</a:t>
            </a:fld>
            <a:endParaRPr lang="en-US" altLang="en-US"/>
          </a:p>
        </p:txBody>
      </p:sp>
    </p:spTree>
    <p:extLst>
      <p:ext uri="{BB962C8B-B14F-4D97-AF65-F5344CB8AC3E}">
        <p14:creationId xmlns:p14="http://schemas.microsoft.com/office/powerpoint/2010/main" val="5309948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83B010E7-F544-668A-DF46-E94C957CF741}"/>
              </a:ext>
            </a:extLst>
          </p:cNvPr>
          <p:cNvSpPr>
            <a:spLocks noGrp="1"/>
          </p:cNvSpPr>
          <p:nvPr>
            <p:ph type="dt" sz="half" idx="10"/>
          </p:nvPr>
        </p:nvSpPr>
        <p:spPr/>
        <p:txBody>
          <a:bodyPr/>
          <a:lstStyle>
            <a:lvl1pPr>
              <a:defRPr/>
            </a:lvl1pPr>
          </a:lstStyle>
          <a:p>
            <a:pPr>
              <a:defRPr/>
            </a:pPr>
            <a:fld id="{FF034038-E793-4DE5-A05D-7603067999FB}" type="datetime1">
              <a:rPr lang="en-IN"/>
              <a:pPr>
                <a:defRPr/>
              </a:pPr>
              <a:t>17-11-2025</a:t>
            </a:fld>
            <a:endParaRPr lang="en-US"/>
          </a:p>
        </p:txBody>
      </p:sp>
      <p:sp>
        <p:nvSpPr>
          <p:cNvPr id="6" name="Footer Placeholder 4">
            <a:extLst>
              <a:ext uri="{FF2B5EF4-FFF2-40B4-BE49-F238E27FC236}">
                <a16:creationId xmlns:a16="http://schemas.microsoft.com/office/drawing/2014/main" id="{13B5C5E0-69F7-E755-EBB9-3BE1FF130D9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8FF36BC9-B2C4-F307-889F-5920933A9F0A}"/>
              </a:ext>
            </a:extLst>
          </p:cNvPr>
          <p:cNvSpPr>
            <a:spLocks noGrp="1"/>
          </p:cNvSpPr>
          <p:nvPr>
            <p:ph type="sldNum" sz="quarter" idx="12"/>
          </p:nvPr>
        </p:nvSpPr>
        <p:spPr/>
        <p:txBody>
          <a:bodyPr/>
          <a:lstStyle>
            <a:lvl1pPr>
              <a:defRPr/>
            </a:lvl1pPr>
          </a:lstStyle>
          <a:p>
            <a:fld id="{2A9F0586-A2A8-4AF2-9648-024C985D56F7}" type="slidenum">
              <a:rPr lang="en-US" altLang="en-US"/>
              <a:pPr/>
              <a:t>‹#›</a:t>
            </a:fld>
            <a:endParaRPr lang="en-US" altLang="en-US"/>
          </a:p>
        </p:txBody>
      </p:sp>
    </p:spTree>
    <p:extLst>
      <p:ext uri="{BB962C8B-B14F-4D97-AF65-F5344CB8AC3E}">
        <p14:creationId xmlns:p14="http://schemas.microsoft.com/office/powerpoint/2010/main" val="19457711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0ECDB56B-3D86-B60D-E461-5B8CFF061721}"/>
              </a:ext>
            </a:extLst>
          </p:cNvPr>
          <p:cNvSpPr>
            <a:spLocks noGrp="1"/>
          </p:cNvSpPr>
          <p:nvPr>
            <p:ph type="dt" sz="half" idx="10"/>
          </p:nvPr>
        </p:nvSpPr>
        <p:spPr/>
        <p:txBody>
          <a:bodyPr/>
          <a:lstStyle>
            <a:lvl1pPr>
              <a:defRPr/>
            </a:lvl1pPr>
          </a:lstStyle>
          <a:p>
            <a:pPr>
              <a:defRPr/>
            </a:pPr>
            <a:fld id="{D3DB97D8-D59A-42E9-A68C-94DF6DCABB75}" type="datetime1">
              <a:rPr lang="en-IN"/>
              <a:pPr>
                <a:defRPr/>
              </a:pPr>
              <a:t>17-11-2025</a:t>
            </a:fld>
            <a:endParaRPr lang="en-US"/>
          </a:p>
        </p:txBody>
      </p:sp>
      <p:sp>
        <p:nvSpPr>
          <p:cNvPr id="8" name="Footer Placeholder 4">
            <a:extLst>
              <a:ext uri="{FF2B5EF4-FFF2-40B4-BE49-F238E27FC236}">
                <a16:creationId xmlns:a16="http://schemas.microsoft.com/office/drawing/2014/main" id="{9CBD5D32-9D6E-088E-28DE-A1BB061536EE}"/>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B143B4CB-763D-ADBD-756A-40BBA55BE7AD}"/>
              </a:ext>
            </a:extLst>
          </p:cNvPr>
          <p:cNvSpPr>
            <a:spLocks noGrp="1"/>
          </p:cNvSpPr>
          <p:nvPr>
            <p:ph type="sldNum" sz="quarter" idx="12"/>
          </p:nvPr>
        </p:nvSpPr>
        <p:spPr/>
        <p:txBody>
          <a:bodyPr/>
          <a:lstStyle>
            <a:lvl1pPr>
              <a:defRPr/>
            </a:lvl1pPr>
          </a:lstStyle>
          <a:p>
            <a:fld id="{24DCF7E1-C293-49CF-BA7D-A20D7D146ECA}" type="slidenum">
              <a:rPr lang="en-US" altLang="en-US"/>
              <a:pPr/>
              <a:t>‹#›</a:t>
            </a:fld>
            <a:endParaRPr lang="en-US" altLang="en-US"/>
          </a:p>
        </p:txBody>
      </p:sp>
    </p:spTree>
    <p:extLst>
      <p:ext uri="{BB962C8B-B14F-4D97-AF65-F5344CB8AC3E}">
        <p14:creationId xmlns:p14="http://schemas.microsoft.com/office/powerpoint/2010/main" val="36640248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705DA2FD-9FDD-02FD-A6F8-91F14147F649}"/>
              </a:ext>
            </a:extLst>
          </p:cNvPr>
          <p:cNvSpPr>
            <a:spLocks noGrp="1"/>
          </p:cNvSpPr>
          <p:nvPr>
            <p:ph type="dt" sz="half" idx="10"/>
          </p:nvPr>
        </p:nvSpPr>
        <p:spPr/>
        <p:txBody>
          <a:bodyPr/>
          <a:lstStyle>
            <a:lvl1pPr>
              <a:defRPr/>
            </a:lvl1pPr>
          </a:lstStyle>
          <a:p>
            <a:pPr>
              <a:defRPr/>
            </a:pPr>
            <a:fld id="{2AF0CF15-6E9C-4DA3-B61C-D2F2710DC3EA}" type="datetime1">
              <a:rPr lang="en-IN"/>
              <a:pPr>
                <a:defRPr/>
              </a:pPr>
              <a:t>17-11-2025</a:t>
            </a:fld>
            <a:endParaRPr lang="en-US"/>
          </a:p>
        </p:txBody>
      </p:sp>
      <p:sp>
        <p:nvSpPr>
          <p:cNvPr id="4" name="Footer Placeholder 4">
            <a:extLst>
              <a:ext uri="{FF2B5EF4-FFF2-40B4-BE49-F238E27FC236}">
                <a16:creationId xmlns:a16="http://schemas.microsoft.com/office/drawing/2014/main" id="{09C8F897-8705-4F2D-DCC9-C15701AFD16A}"/>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54C33018-B30C-37DD-89AF-F31C3BC6F69A}"/>
              </a:ext>
            </a:extLst>
          </p:cNvPr>
          <p:cNvSpPr>
            <a:spLocks noGrp="1"/>
          </p:cNvSpPr>
          <p:nvPr>
            <p:ph type="sldNum" sz="quarter" idx="12"/>
          </p:nvPr>
        </p:nvSpPr>
        <p:spPr/>
        <p:txBody>
          <a:bodyPr/>
          <a:lstStyle>
            <a:lvl1pPr>
              <a:defRPr/>
            </a:lvl1pPr>
          </a:lstStyle>
          <a:p>
            <a:fld id="{EDAE48E7-2EC9-4373-88AB-681930F66609}" type="slidenum">
              <a:rPr lang="en-US" altLang="en-US"/>
              <a:pPr/>
              <a:t>‹#›</a:t>
            </a:fld>
            <a:endParaRPr lang="en-US" altLang="en-US"/>
          </a:p>
        </p:txBody>
      </p:sp>
    </p:spTree>
    <p:extLst>
      <p:ext uri="{BB962C8B-B14F-4D97-AF65-F5344CB8AC3E}">
        <p14:creationId xmlns:p14="http://schemas.microsoft.com/office/powerpoint/2010/main" val="221263065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95C57C94-460F-E1C5-0A47-3747439C5BD6}"/>
              </a:ext>
            </a:extLst>
          </p:cNvPr>
          <p:cNvSpPr>
            <a:spLocks noGrp="1"/>
          </p:cNvSpPr>
          <p:nvPr>
            <p:ph type="dt" sz="half" idx="10"/>
          </p:nvPr>
        </p:nvSpPr>
        <p:spPr/>
        <p:txBody>
          <a:bodyPr/>
          <a:lstStyle>
            <a:lvl1pPr>
              <a:defRPr/>
            </a:lvl1pPr>
          </a:lstStyle>
          <a:p>
            <a:pPr>
              <a:defRPr/>
            </a:pPr>
            <a:fld id="{39AB4A70-6D0E-4DF8-9D33-E33F521D305A}" type="datetime1">
              <a:rPr lang="en-IN"/>
              <a:pPr>
                <a:defRPr/>
              </a:pPr>
              <a:t>17-11-2025</a:t>
            </a:fld>
            <a:endParaRPr lang="en-US"/>
          </a:p>
        </p:txBody>
      </p:sp>
      <p:sp>
        <p:nvSpPr>
          <p:cNvPr id="3" name="Footer Placeholder 4">
            <a:extLst>
              <a:ext uri="{FF2B5EF4-FFF2-40B4-BE49-F238E27FC236}">
                <a16:creationId xmlns:a16="http://schemas.microsoft.com/office/drawing/2014/main" id="{DD17D17B-B0E6-7D9A-2881-A523FA691C74}"/>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3E397D8D-8CDC-9139-48B4-932152F078E1}"/>
              </a:ext>
            </a:extLst>
          </p:cNvPr>
          <p:cNvSpPr>
            <a:spLocks noGrp="1"/>
          </p:cNvSpPr>
          <p:nvPr>
            <p:ph type="sldNum" sz="quarter" idx="12"/>
          </p:nvPr>
        </p:nvSpPr>
        <p:spPr/>
        <p:txBody>
          <a:bodyPr/>
          <a:lstStyle>
            <a:lvl1pPr>
              <a:defRPr/>
            </a:lvl1pPr>
          </a:lstStyle>
          <a:p>
            <a:fld id="{A2806531-4CAC-4C79-9FB7-04B612B954E7}" type="slidenum">
              <a:rPr lang="en-US" altLang="en-US"/>
              <a:pPr/>
              <a:t>‹#›</a:t>
            </a:fld>
            <a:endParaRPr lang="en-US" altLang="en-US"/>
          </a:p>
        </p:txBody>
      </p:sp>
    </p:spTree>
    <p:extLst>
      <p:ext uri="{BB962C8B-B14F-4D97-AF65-F5344CB8AC3E}">
        <p14:creationId xmlns:p14="http://schemas.microsoft.com/office/powerpoint/2010/main" val="72893917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FFD817F8-1DD6-FFEF-C5B4-BD917CCA22D8}"/>
              </a:ext>
            </a:extLst>
          </p:cNvPr>
          <p:cNvSpPr>
            <a:spLocks noGrp="1"/>
          </p:cNvSpPr>
          <p:nvPr>
            <p:ph type="dt" sz="half" idx="10"/>
          </p:nvPr>
        </p:nvSpPr>
        <p:spPr/>
        <p:txBody>
          <a:bodyPr/>
          <a:lstStyle>
            <a:lvl1pPr>
              <a:defRPr/>
            </a:lvl1pPr>
          </a:lstStyle>
          <a:p>
            <a:pPr>
              <a:defRPr/>
            </a:pPr>
            <a:fld id="{F9DC5571-3C0B-41D5-838F-1483ABE1EB82}" type="datetime1">
              <a:rPr lang="en-IN"/>
              <a:pPr>
                <a:defRPr/>
              </a:pPr>
              <a:t>17-11-2025</a:t>
            </a:fld>
            <a:endParaRPr lang="en-US"/>
          </a:p>
        </p:txBody>
      </p:sp>
      <p:sp>
        <p:nvSpPr>
          <p:cNvPr id="6" name="Footer Placeholder 4">
            <a:extLst>
              <a:ext uri="{FF2B5EF4-FFF2-40B4-BE49-F238E27FC236}">
                <a16:creationId xmlns:a16="http://schemas.microsoft.com/office/drawing/2014/main" id="{BED4FC50-F091-B0D9-5574-4F4191DE562D}"/>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2447762-6BB9-9313-BC8A-3EB687F6EFB0}"/>
              </a:ext>
            </a:extLst>
          </p:cNvPr>
          <p:cNvSpPr>
            <a:spLocks noGrp="1"/>
          </p:cNvSpPr>
          <p:nvPr>
            <p:ph type="sldNum" sz="quarter" idx="12"/>
          </p:nvPr>
        </p:nvSpPr>
        <p:spPr/>
        <p:txBody>
          <a:bodyPr/>
          <a:lstStyle>
            <a:lvl1pPr>
              <a:defRPr/>
            </a:lvl1pPr>
          </a:lstStyle>
          <a:p>
            <a:fld id="{3555C2C3-E905-4350-8263-BF70DC9AF4FE}" type="slidenum">
              <a:rPr lang="en-US" altLang="en-US"/>
              <a:pPr/>
              <a:t>‹#›</a:t>
            </a:fld>
            <a:endParaRPr lang="en-US" altLang="en-US"/>
          </a:p>
        </p:txBody>
      </p:sp>
    </p:spTree>
    <p:extLst>
      <p:ext uri="{BB962C8B-B14F-4D97-AF65-F5344CB8AC3E}">
        <p14:creationId xmlns:p14="http://schemas.microsoft.com/office/powerpoint/2010/main" val="388352154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892BEB5C-633C-2AB0-A829-18D3951549F8}"/>
              </a:ext>
            </a:extLst>
          </p:cNvPr>
          <p:cNvSpPr>
            <a:spLocks noGrp="1"/>
          </p:cNvSpPr>
          <p:nvPr>
            <p:ph type="dt" sz="half" idx="10"/>
          </p:nvPr>
        </p:nvSpPr>
        <p:spPr/>
        <p:txBody>
          <a:bodyPr/>
          <a:lstStyle>
            <a:lvl1pPr>
              <a:defRPr/>
            </a:lvl1pPr>
          </a:lstStyle>
          <a:p>
            <a:pPr>
              <a:defRPr/>
            </a:pPr>
            <a:fld id="{2519B609-6D4B-4E1A-BAD3-328D95372E48}" type="datetime1">
              <a:rPr lang="en-IN"/>
              <a:pPr>
                <a:defRPr/>
              </a:pPr>
              <a:t>17-11-2025</a:t>
            </a:fld>
            <a:endParaRPr lang="en-US"/>
          </a:p>
        </p:txBody>
      </p:sp>
      <p:sp>
        <p:nvSpPr>
          <p:cNvPr id="6" name="Footer Placeholder 4">
            <a:extLst>
              <a:ext uri="{FF2B5EF4-FFF2-40B4-BE49-F238E27FC236}">
                <a16:creationId xmlns:a16="http://schemas.microsoft.com/office/drawing/2014/main" id="{CE7C053A-AEAB-C7A2-E38A-6FD711AC817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A6B22B8A-DF98-079A-A563-749B467A51EB}"/>
              </a:ext>
            </a:extLst>
          </p:cNvPr>
          <p:cNvSpPr>
            <a:spLocks noGrp="1"/>
          </p:cNvSpPr>
          <p:nvPr>
            <p:ph type="sldNum" sz="quarter" idx="12"/>
          </p:nvPr>
        </p:nvSpPr>
        <p:spPr/>
        <p:txBody>
          <a:bodyPr/>
          <a:lstStyle>
            <a:lvl1pPr>
              <a:defRPr/>
            </a:lvl1pPr>
          </a:lstStyle>
          <a:p>
            <a:fld id="{D7530282-0E27-4622-BEFB-2FF16FF00EE7}" type="slidenum">
              <a:rPr lang="en-US" altLang="en-US"/>
              <a:pPr/>
              <a:t>‹#›</a:t>
            </a:fld>
            <a:endParaRPr lang="en-US" altLang="en-US"/>
          </a:p>
        </p:txBody>
      </p:sp>
    </p:spTree>
    <p:extLst>
      <p:ext uri="{BB962C8B-B14F-4D97-AF65-F5344CB8AC3E}">
        <p14:creationId xmlns:p14="http://schemas.microsoft.com/office/powerpoint/2010/main" val="420698572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9555C6-325D-7B45-D31B-1F7951171DC0}"/>
              </a:ext>
            </a:extLst>
          </p:cNvPr>
          <p:cNvSpPr>
            <a:spLocks noGrp="1"/>
          </p:cNvSpPr>
          <p:nvPr>
            <p:ph type="dt" sz="half" idx="10"/>
          </p:nvPr>
        </p:nvSpPr>
        <p:spPr/>
        <p:txBody>
          <a:bodyPr/>
          <a:lstStyle>
            <a:lvl1pPr>
              <a:defRPr/>
            </a:lvl1pPr>
          </a:lstStyle>
          <a:p>
            <a:pPr>
              <a:defRPr/>
            </a:pPr>
            <a:fld id="{6CD8D7E3-E1A1-4488-811F-6F49C1795ACA}" type="datetime1">
              <a:rPr lang="en-IN"/>
              <a:pPr>
                <a:defRPr/>
              </a:pPr>
              <a:t>17-11-2025</a:t>
            </a:fld>
            <a:endParaRPr lang="en-US"/>
          </a:p>
        </p:txBody>
      </p:sp>
      <p:sp>
        <p:nvSpPr>
          <p:cNvPr id="5" name="Footer Placeholder 4">
            <a:extLst>
              <a:ext uri="{FF2B5EF4-FFF2-40B4-BE49-F238E27FC236}">
                <a16:creationId xmlns:a16="http://schemas.microsoft.com/office/drawing/2014/main" id="{229DD659-F7D0-1C9A-98D8-DE295C4CADD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D066908-9C8B-EB8E-F98E-7B820317D8A0}"/>
              </a:ext>
            </a:extLst>
          </p:cNvPr>
          <p:cNvSpPr>
            <a:spLocks noGrp="1"/>
          </p:cNvSpPr>
          <p:nvPr>
            <p:ph type="sldNum" sz="quarter" idx="12"/>
          </p:nvPr>
        </p:nvSpPr>
        <p:spPr/>
        <p:txBody>
          <a:bodyPr/>
          <a:lstStyle>
            <a:lvl1pPr>
              <a:defRPr/>
            </a:lvl1pPr>
          </a:lstStyle>
          <a:p>
            <a:fld id="{EFE62C56-B99E-4E13-BB4F-4CC02F25B1C2}" type="slidenum">
              <a:rPr lang="en-US" altLang="en-US"/>
              <a:pPr/>
              <a:t>‹#›</a:t>
            </a:fld>
            <a:endParaRPr lang="en-US" altLang="en-US"/>
          </a:p>
        </p:txBody>
      </p:sp>
    </p:spTree>
    <p:extLst>
      <p:ext uri="{BB962C8B-B14F-4D97-AF65-F5344CB8AC3E}">
        <p14:creationId xmlns:p14="http://schemas.microsoft.com/office/powerpoint/2010/main" val="108913499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78295E-6D1C-8057-370B-F8DF4A5F843C}"/>
              </a:ext>
            </a:extLst>
          </p:cNvPr>
          <p:cNvSpPr>
            <a:spLocks noGrp="1"/>
          </p:cNvSpPr>
          <p:nvPr>
            <p:ph type="dt" sz="half" idx="10"/>
          </p:nvPr>
        </p:nvSpPr>
        <p:spPr/>
        <p:txBody>
          <a:bodyPr/>
          <a:lstStyle>
            <a:lvl1pPr>
              <a:defRPr/>
            </a:lvl1pPr>
          </a:lstStyle>
          <a:p>
            <a:pPr>
              <a:defRPr/>
            </a:pPr>
            <a:fld id="{4AAD883C-791A-4FB4-9831-692AE84FCDA9}" type="datetime1">
              <a:rPr lang="en-IN"/>
              <a:pPr>
                <a:defRPr/>
              </a:pPr>
              <a:t>17-11-2025</a:t>
            </a:fld>
            <a:endParaRPr lang="en-US"/>
          </a:p>
        </p:txBody>
      </p:sp>
      <p:sp>
        <p:nvSpPr>
          <p:cNvPr id="5" name="Footer Placeholder 4">
            <a:extLst>
              <a:ext uri="{FF2B5EF4-FFF2-40B4-BE49-F238E27FC236}">
                <a16:creationId xmlns:a16="http://schemas.microsoft.com/office/drawing/2014/main" id="{4575AF38-672F-107B-47CA-5EEF12D4103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7BFF955-8172-9D0F-58D5-301406D6DF56}"/>
              </a:ext>
            </a:extLst>
          </p:cNvPr>
          <p:cNvSpPr>
            <a:spLocks noGrp="1"/>
          </p:cNvSpPr>
          <p:nvPr>
            <p:ph type="sldNum" sz="quarter" idx="12"/>
          </p:nvPr>
        </p:nvSpPr>
        <p:spPr/>
        <p:txBody>
          <a:bodyPr/>
          <a:lstStyle>
            <a:lvl1pPr>
              <a:defRPr/>
            </a:lvl1pPr>
          </a:lstStyle>
          <a:p>
            <a:fld id="{7EE2C60A-0F3B-4462-BC0E-32544A038E1B}" type="slidenum">
              <a:rPr lang="en-US" altLang="en-US"/>
              <a:pPr/>
              <a:t>‹#›</a:t>
            </a:fld>
            <a:endParaRPr lang="en-US" altLang="en-US"/>
          </a:p>
        </p:txBody>
      </p:sp>
    </p:spTree>
    <p:extLst>
      <p:ext uri="{BB962C8B-B14F-4D97-AF65-F5344CB8AC3E}">
        <p14:creationId xmlns:p14="http://schemas.microsoft.com/office/powerpoint/2010/main" val="543990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3718F4E6-21C6-58C5-8BD2-69C236EB70D1}"/>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a:extLst>
              <a:ext uri="{FF2B5EF4-FFF2-40B4-BE49-F238E27FC236}">
                <a16:creationId xmlns:a16="http://schemas.microsoft.com/office/drawing/2014/main" id="{8AD876E6-F351-8BD3-B1B3-916083A6E4EB}"/>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a:extLst>
              <a:ext uri="{FF2B5EF4-FFF2-40B4-BE49-F238E27FC236}">
                <a16:creationId xmlns:a16="http://schemas.microsoft.com/office/drawing/2014/main" id="{D62AAD92-6B23-28A1-38C1-5ACB20741C43}"/>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18B909EC-BD95-4CBF-B43D-82DB49C3FD02}" type="datetime1">
              <a:rPr lang="en-IN"/>
              <a:pPr>
                <a:defRPr/>
              </a:pPr>
              <a:t>17-11-2025</a:t>
            </a:fld>
            <a:endParaRPr lang="en-IN"/>
          </a:p>
        </p:txBody>
      </p:sp>
      <p:sp>
        <p:nvSpPr>
          <p:cNvPr id="5" name="Footer Placeholder 4">
            <a:extLst>
              <a:ext uri="{FF2B5EF4-FFF2-40B4-BE49-F238E27FC236}">
                <a16:creationId xmlns:a16="http://schemas.microsoft.com/office/drawing/2014/main" id="{A8D9FC71-C376-6968-3008-AD2C889D76C1}"/>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endParaRPr lang="en-IN"/>
          </a:p>
        </p:txBody>
      </p:sp>
      <p:sp>
        <p:nvSpPr>
          <p:cNvPr id="6" name="Slide Number Placeholder 5">
            <a:extLst>
              <a:ext uri="{FF2B5EF4-FFF2-40B4-BE49-F238E27FC236}">
                <a16:creationId xmlns:a16="http://schemas.microsoft.com/office/drawing/2014/main" id="{678865A0-19A8-59E5-3F6D-1CAE45D656E6}"/>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173B03B7-E789-4B2D-889D-C108523AE543}" type="slidenum">
              <a:rPr lang="en-IN" altLang="en-US"/>
              <a:pPr/>
              <a:t>‹#›</a:t>
            </a:fld>
            <a:endParaRPr lang="en-IN" alt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0FD6DCAB-A007-8BC6-5E69-33158F219FBB}"/>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a:extLst>
              <a:ext uri="{FF2B5EF4-FFF2-40B4-BE49-F238E27FC236}">
                <a16:creationId xmlns:a16="http://schemas.microsoft.com/office/drawing/2014/main" id="{CDBDF2C6-0446-F32C-BC45-586E1B38AD9F}"/>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CE8A9122-E742-CD9D-CF61-B61C223AC5CC}"/>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prstClr val="black">
                    <a:tint val="75000"/>
                  </a:prstClr>
                </a:solidFill>
                <a:latin typeface="+mn-lt"/>
                <a:cs typeface="+mn-cs"/>
              </a:defRPr>
            </a:lvl1pPr>
          </a:lstStyle>
          <a:p>
            <a:pPr>
              <a:defRPr/>
            </a:pPr>
            <a:fld id="{F0C94EF2-986B-4A4F-BC13-FF83ABCC4BA6}" type="datetime1">
              <a:rPr lang="en-IN"/>
              <a:pPr>
                <a:defRPr/>
              </a:pPr>
              <a:t>17-11-2025</a:t>
            </a:fld>
            <a:endParaRPr lang="en-US"/>
          </a:p>
        </p:txBody>
      </p:sp>
      <p:sp>
        <p:nvSpPr>
          <p:cNvPr id="5" name="Footer Placeholder 4">
            <a:extLst>
              <a:ext uri="{FF2B5EF4-FFF2-40B4-BE49-F238E27FC236}">
                <a16:creationId xmlns:a16="http://schemas.microsoft.com/office/drawing/2014/main" id="{FD98CB91-20A5-46E6-862E-2F14D1F28A0E}"/>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prstClr val="black">
                    <a:tint val="75000"/>
                  </a:prstClr>
                </a:solidFill>
                <a:latin typeface="+mn-lt"/>
                <a:cs typeface="+mn-cs"/>
              </a:defRPr>
            </a:lvl1pPr>
          </a:lstStyle>
          <a:p>
            <a:pPr>
              <a:defRPr/>
            </a:pPr>
            <a:endParaRPr lang="en-US"/>
          </a:p>
        </p:txBody>
      </p:sp>
      <p:sp>
        <p:nvSpPr>
          <p:cNvPr id="6" name="Slide Number Placeholder 5">
            <a:extLst>
              <a:ext uri="{FF2B5EF4-FFF2-40B4-BE49-F238E27FC236}">
                <a16:creationId xmlns:a16="http://schemas.microsoft.com/office/drawing/2014/main" id="{BECC004D-2F7E-39A7-3F33-29DD99397601}"/>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8C0905EA-E7C4-466F-9822-48646AF70CDB}"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Title Placeholder 1">
            <a:extLst>
              <a:ext uri="{FF2B5EF4-FFF2-40B4-BE49-F238E27FC236}">
                <a16:creationId xmlns:a16="http://schemas.microsoft.com/office/drawing/2014/main" id="{03B846B8-0AF5-DA97-5CA7-AA356A5DC98E}"/>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075" name="Text Placeholder 2">
            <a:extLst>
              <a:ext uri="{FF2B5EF4-FFF2-40B4-BE49-F238E27FC236}">
                <a16:creationId xmlns:a16="http://schemas.microsoft.com/office/drawing/2014/main" id="{054147AE-552A-FC71-DAA5-1CBBE3F87176}"/>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23DDBC20-CD27-517A-BE84-6473B70B6749}"/>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prstClr val="black">
                    <a:tint val="75000"/>
                  </a:prstClr>
                </a:solidFill>
                <a:latin typeface="+mn-lt"/>
                <a:cs typeface="+mn-cs"/>
              </a:defRPr>
            </a:lvl1pPr>
          </a:lstStyle>
          <a:p>
            <a:pPr>
              <a:defRPr/>
            </a:pPr>
            <a:fld id="{B5F3F836-1BCC-462D-8740-875FB7C99F8E}" type="datetime1">
              <a:rPr lang="en-IN"/>
              <a:pPr>
                <a:defRPr/>
              </a:pPr>
              <a:t>17-11-2025</a:t>
            </a:fld>
            <a:endParaRPr lang="en-US"/>
          </a:p>
        </p:txBody>
      </p:sp>
      <p:sp>
        <p:nvSpPr>
          <p:cNvPr id="5" name="Footer Placeholder 4">
            <a:extLst>
              <a:ext uri="{FF2B5EF4-FFF2-40B4-BE49-F238E27FC236}">
                <a16:creationId xmlns:a16="http://schemas.microsoft.com/office/drawing/2014/main" id="{48997890-17AC-CF7C-2797-C1B31E88F5FC}"/>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prstClr val="black">
                    <a:tint val="75000"/>
                  </a:prstClr>
                </a:solidFill>
                <a:latin typeface="+mn-lt"/>
                <a:cs typeface="+mn-cs"/>
              </a:defRPr>
            </a:lvl1pPr>
          </a:lstStyle>
          <a:p>
            <a:pPr>
              <a:defRPr/>
            </a:pPr>
            <a:endParaRPr lang="en-US"/>
          </a:p>
        </p:txBody>
      </p:sp>
      <p:sp>
        <p:nvSpPr>
          <p:cNvPr id="6" name="Slide Number Placeholder 5">
            <a:extLst>
              <a:ext uri="{FF2B5EF4-FFF2-40B4-BE49-F238E27FC236}">
                <a16:creationId xmlns:a16="http://schemas.microsoft.com/office/drawing/2014/main" id="{8AD8AA53-95CB-78C7-ED6C-552BC5D1C1EB}"/>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CFF95E27-802A-48BC-A317-5E3A79708793}"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84D30507-8228-4B96-21BD-250E98FAA15F}"/>
              </a:ext>
            </a:extLst>
          </p:cNvPr>
          <p:cNvSpPr>
            <a:spLocks noGrp="1" noChangeArrowheads="1"/>
          </p:cNvSpPr>
          <p:nvPr>
            <p:ph type="title"/>
          </p:nvPr>
        </p:nvSpPr>
        <p:spPr>
          <a:xfrm>
            <a:off x="239713" y="747713"/>
            <a:ext cx="8580437" cy="1457325"/>
          </a:xfrm>
        </p:spPr>
        <p:txBody>
          <a:bodyPr/>
          <a:lstStyle/>
          <a:p>
            <a:pPr eaLnBrk="1" hangingPunct="1"/>
            <a:r>
              <a:rPr lang="en-IN" altLang="en-US" sz="2000" dirty="0">
                <a:latin typeface="Times New Roman" panose="02020603050405020304" pitchFamily="18" charset="0"/>
                <a:cs typeface="Times New Roman" panose="02020603050405020304" pitchFamily="18" charset="0"/>
              </a:rPr>
              <a:t>Capstone Project – I:  Review – 2 On </a:t>
            </a:r>
            <a:br>
              <a:rPr lang="en-IN" altLang="en-US" sz="2000" dirty="0">
                <a:latin typeface="Times New Roman" panose="02020603050405020304" pitchFamily="18" charset="0"/>
                <a:cs typeface="Times New Roman" panose="02020603050405020304" pitchFamily="18" charset="0"/>
              </a:rPr>
            </a:br>
            <a:r>
              <a:rPr lang="en-IN" altLang="en-US" sz="2000" dirty="0">
                <a:solidFill>
                  <a:srgbClr val="00B0F0"/>
                </a:solidFill>
                <a:latin typeface="Times New Roman" panose="02020603050405020304" pitchFamily="18" charset="0"/>
                <a:cs typeface="Times New Roman" panose="02020603050405020304" pitchFamily="18" charset="0"/>
              </a:rPr>
              <a:t>Enhance the security and privacy of Federated Learning systems</a:t>
            </a:r>
            <a:br>
              <a:rPr lang="en-IN" altLang="en-US" sz="2000" dirty="0">
                <a:solidFill>
                  <a:srgbClr val="00B0F0"/>
                </a:solidFill>
                <a:latin typeface="Times New Roman" panose="02020603050405020304" pitchFamily="18" charset="0"/>
                <a:cs typeface="Times New Roman" panose="02020603050405020304" pitchFamily="18" charset="0"/>
              </a:rPr>
            </a:br>
            <a:endParaRPr lang="en-IN" altLang="en-US" sz="2800" b="1" dirty="0">
              <a:solidFill>
                <a:srgbClr val="00B0F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8692686-6C8F-F31C-19C5-69EF78A279AA}"/>
              </a:ext>
            </a:extLst>
          </p:cNvPr>
          <p:cNvSpPr>
            <a:spLocks noGrp="1"/>
          </p:cNvSpPr>
          <p:nvPr>
            <p:ph idx="1"/>
          </p:nvPr>
        </p:nvSpPr>
        <p:spPr>
          <a:xfrm>
            <a:off x="2411413" y="4005065"/>
            <a:ext cx="4105275" cy="1296143"/>
          </a:xfrm>
        </p:spPr>
        <p:txBody>
          <a:bodyPr rtlCol="0">
            <a:normAutofit/>
          </a:bodyPr>
          <a:lstStyle/>
          <a:p>
            <a:pPr marL="0" indent="0" algn="ctr" eaLnBrk="1" fontAlgn="auto" hangingPunct="1">
              <a:spcAft>
                <a:spcPts val="0"/>
              </a:spcAft>
              <a:buFont typeface="Arial" panose="020B0604020202020204" pitchFamily="34" charset="0"/>
              <a:buNone/>
              <a:defRPr/>
            </a:pPr>
            <a:r>
              <a:rPr lang="en-IN" sz="2000" b="1" dirty="0">
                <a:solidFill>
                  <a:srgbClr val="0070C0"/>
                </a:solidFill>
                <a:latin typeface="Times New Roman" panose="02020603050405020304" pitchFamily="18" charset="0"/>
                <a:cs typeface="Times New Roman" panose="02020603050405020304" pitchFamily="18" charset="0"/>
              </a:rPr>
              <a:t>Under the Guidance of</a:t>
            </a:r>
          </a:p>
          <a:p>
            <a:pPr marL="0" indent="0" algn="ctr" eaLnBrk="1" fontAlgn="auto" hangingPunct="1">
              <a:spcAft>
                <a:spcPts val="0"/>
              </a:spcAft>
              <a:buFont typeface="Arial" panose="020B0604020202020204" pitchFamily="34" charset="0"/>
              <a:buNone/>
              <a:defRPr/>
            </a:pPr>
            <a:r>
              <a:rPr lang="en-IN" altLang="en-US" sz="2000" b="1" dirty="0" err="1">
                <a:latin typeface="Times New Roman" panose="02020603050405020304" pitchFamily="18" charset="0"/>
                <a:cs typeface="Times New Roman" panose="02020603050405020304" pitchFamily="18" charset="0"/>
              </a:rPr>
              <a:t>Parikshith</a:t>
            </a:r>
            <a:r>
              <a:rPr lang="en-IN" altLang="en-US" sz="2000" b="1" dirty="0">
                <a:latin typeface="Times New Roman" panose="02020603050405020304" pitchFamily="18" charset="0"/>
                <a:cs typeface="Times New Roman" panose="02020603050405020304" pitchFamily="18" charset="0"/>
              </a:rPr>
              <a:t> Nayak  S K </a:t>
            </a:r>
            <a:endParaRPr lang="en-US" altLang="en-US" sz="2000" dirty="0">
              <a:latin typeface="Times New Roman" pitchFamily="18" charset="0"/>
              <a:cs typeface="Times New Roman" pitchFamily="18" charset="0"/>
            </a:endParaRPr>
          </a:p>
          <a:p>
            <a:pPr marL="0" indent="0" algn="ctr" eaLnBrk="1" fontAlgn="auto" hangingPunct="1">
              <a:spcAft>
                <a:spcPts val="0"/>
              </a:spcAft>
              <a:buFont typeface="Arial" panose="020B0604020202020204" pitchFamily="34" charset="0"/>
              <a:buNone/>
              <a:defRPr/>
            </a:pPr>
            <a:r>
              <a:rPr lang="en-US" altLang="en-US" sz="2000" b="1" dirty="0">
                <a:solidFill>
                  <a:schemeClr val="tx1">
                    <a:lumMod val="95000"/>
                    <a:lumOff val="5000"/>
                  </a:schemeClr>
                </a:solidFill>
                <a:latin typeface="Times New Roman" panose="02020603050405020304" pitchFamily="18" charset="0"/>
                <a:cs typeface="Times New Roman" panose="02020603050405020304" pitchFamily="18" charset="0"/>
              </a:rPr>
              <a:t>Assistant professor</a:t>
            </a:r>
            <a:endParaRPr lang="en-IN" altLang="en-US" sz="2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4100" name="TextBox 4">
            <a:extLst>
              <a:ext uri="{FF2B5EF4-FFF2-40B4-BE49-F238E27FC236}">
                <a16:creationId xmlns:a16="http://schemas.microsoft.com/office/drawing/2014/main" id="{4F3A8AFA-5B32-2353-A960-2738E9AA9FCD}"/>
              </a:ext>
            </a:extLst>
          </p:cNvPr>
          <p:cNvSpPr txBox="1">
            <a:spLocks noChangeArrowheads="1"/>
          </p:cNvSpPr>
          <p:nvPr/>
        </p:nvSpPr>
        <p:spPr bwMode="auto">
          <a:xfrm>
            <a:off x="84137" y="1844824"/>
            <a:ext cx="8580437" cy="1946687"/>
          </a:xfrm>
          <a:prstGeom prst="rect">
            <a:avLst/>
          </a:prstGeom>
          <a:noFill/>
          <a:ln>
            <a:noFill/>
          </a:ln>
        </p:spPr>
        <p:txBody>
          <a:bodyPr wrap="square">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Font typeface="Arial" charset="0"/>
              <a:buChar char="»"/>
              <a:defRPr sz="2000">
                <a:solidFill>
                  <a:schemeClr val="tx1"/>
                </a:solidFill>
                <a:latin typeface="Calibri" pitchFamily="34" charset="0"/>
              </a:defRPr>
            </a:lvl6pPr>
            <a:lvl7pPr eaLnBrk="0" fontAlgn="base" hangingPunct="0">
              <a:spcAft>
                <a:spcPct val="0"/>
              </a:spcAft>
              <a:buFont typeface="Arial" charset="0"/>
              <a:buChar char="»"/>
              <a:defRPr sz="2000">
                <a:solidFill>
                  <a:schemeClr val="tx1"/>
                </a:solidFill>
                <a:latin typeface="Calibri" pitchFamily="34" charset="0"/>
              </a:defRPr>
            </a:lvl7pPr>
            <a:lvl8pPr eaLnBrk="0" fontAlgn="base" hangingPunct="0">
              <a:spcAft>
                <a:spcPct val="0"/>
              </a:spcAft>
              <a:buFont typeface="Arial" charset="0"/>
              <a:buChar char="»"/>
              <a:defRPr sz="2000">
                <a:solidFill>
                  <a:schemeClr val="tx1"/>
                </a:solidFill>
                <a:latin typeface="Calibri" pitchFamily="34" charset="0"/>
              </a:defRPr>
            </a:lvl8pPr>
            <a:lvl9pPr eaLnBrk="0" fontAlgn="base" hangingPunct="0">
              <a:spcAft>
                <a:spcPct val="0"/>
              </a:spcAft>
              <a:buFont typeface="Arial" charset="0"/>
              <a:buChar char="»"/>
              <a:defRPr sz="2000">
                <a:solidFill>
                  <a:schemeClr val="tx1"/>
                </a:solidFill>
                <a:latin typeface="Calibri" pitchFamily="34" charset="0"/>
              </a:defRPr>
            </a:lvl9pPr>
          </a:lstStyle>
          <a:p>
            <a:pPr algn="ctr" eaLnBrk="1" hangingPunct="1">
              <a:defRPr/>
            </a:pPr>
            <a:r>
              <a:rPr lang="en-IN" altLang="en-US" sz="2000" b="1" dirty="0">
                <a:solidFill>
                  <a:srgbClr val="C00000"/>
                </a:solidFill>
                <a:latin typeface="Times New Roman" pitchFamily="18" charset="0"/>
                <a:cs typeface="Times New Roman" pitchFamily="18" charset="0"/>
              </a:rPr>
              <a:t>Presented by the Batch No. : CSE-24</a:t>
            </a:r>
          </a:p>
          <a:p>
            <a:pPr>
              <a:defRPr/>
            </a:pPr>
            <a:endParaRPr lang="en-US" altLang="en-US" sz="1050" dirty="0">
              <a:solidFill>
                <a:prstClr val="black"/>
              </a:solidFill>
              <a:latin typeface="Times New Roman" pitchFamily="18" charset="0"/>
              <a:cs typeface="Times New Roman" pitchFamily="18" charset="0"/>
            </a:endParaRPr>
          </a:p>
          <a:p>
            <a:pPr>
              <a:defRPr/>
            </a:pPr>
            <a:r>
              <a:rPr lang="en-US" altLang="en-US" sz="1800" dirty="0">
                <a:solidFill>
                  <a:prstClr val="black"/>
                </a:solidFill>
                <a:latin typeface="Times New Roman" pitchFamily="18" charset="0"/>
                <a:cs typeface="Times New Roman" pitchFamily="18" charset="0"/>
              </a:rPr>
              <a:t>                   </a:t>
            </a:r>
            <a:r>
              <a:rPr lang="en-US" altLang="en-US" sz="1800" b="1" dirty="0">
                <a:solidFill>
                  <a:prstClr val="black"/>
                </a:solidFill>
                <a:latin typeface="Times New Roman" pitchFamily="18" charset="0"/>
                <a:cs typeface="Times New Roman" pitchFamily="18" charset="0"/>
              </a:rPr>
              <a:t>A.ANITHA                                                BU22CSEN0101001 (TL) </a:t>
            </a:r>
            <a:endParaRPr lang="en-US" altLang="en-US" sz="1800" dirty="0">
              <a:solidFill>
                <a:prstClr val="black"/>
              </a:solidFill>
              <a:latin typeface="Times New Roman" pitchFamily="18" charset="0"/>
              <a:cs typeface="Times New Roman" pitchFamily="18" charset="0"/>
            </a:endParaRPr>
          </a:p>
          <a:p>
            <a:pPr>
              <a:defRPr/>
            </a:pPr>
            <a:r>
              <a:rPr lang="en-US" altLang="en-US" sz="1800" b="1" dirty="0">
                <a:solidFill>
                  <a:prstClr val="black"/>
                </a:solidFill>
                <a:latin typeface="Times New Roman" pitchFamily="18" charset="0"/>
                <a:cs typeface="Times New Roman" pitchFamily="18" charset="0"/>
              </a:rPr>
              <a:t>                   V.NIRANJAN                                            BU22CSEN0101209</a:t>
            </a:r>
            <a:endParaRPr lang="en-US" altLang="en-US" sz="1800" dirty="0">
              <a:solidFill>
                <a:prstClr val="black"/>
              </a:solidFill>
              <a:latin typeface="Times New Roman" pitchFamily="18" charset="0"/>
              <a:cs typeface="Times New Roman" pitchFamily="18" charset="0"/>
            </a:endParaRPr>
          </a:p>
          <a:p>
            <a:pPr>
              <a:defRPr/>
            </a:pPr>
            <a:r>
              <a:rPr lang="it-IT" altLang="en-US" sz="1800" b="1" dirty="0">
                <a:solidFill>
                  <a:prstClr val="black"/>
                </a:solidFill>
                <a:latin typeface="Times New Roman" pitchFamily="18" charset="0"/>
                <a:cs typeface="Times New Roman" pitchFamily="18" charset="0"/>
              </a:rPr>
              <a:t>                   G.B.NAMITHA                  </a:t>
            </a:r>
            <a:r>
              <a:rPr lang="en-US" altLang="en-US" sz="1800" b="1" dirty="0">
                <a:solidFill>
                  <a:prstClr val="black"/>
                </a:solidFill>
                <a:latin typeface="Times New Roman" pitchFamily="18" charset="0"/>
                <a:cs typeface="Times New Roman" pitchFamily="18" charset="0"/>
              </a:rPr>
              <a:t>                       BU22CSEN0100875</a:t>
            </a:r>
            <a:endParaRPr lang="en-US" altLang="en-US" sz="1800" dirty="0">
              <a:solidFill>
                <a:prstClr val="black"/>
              </a:solidFill>
              <a:latin typeface="Times New Roman" pitchFamily="18" charset="0"/>
              <a:cs typeface="Times New Roman" pitchFamily="18" charset="0"/>
            </a:endParaRPr>
          </a:p>
          <a:p>
            <a:pPr>
              <a:defRPr/>
            </a:pPr>
            <a:r>
              <a:rPr lang="it-IT" altLang="en-US" sz="1800" b="1" dirty="0">
                <a:solidFill>
                  <a:prstClr val="black"/>
                </a:solidFill>
                <a:latin typeface="Times New Roman" pitchFamily="18" charset="0"/>
                <a:cs typeface="Times New Roman" pitchFamily="18" charset="0"/>
              </a:rPr>
              <a:t>                   C.PURUSHOTHAM SAI</a:t>
            </a:r>
            <a:r>
              <a:rPr lang="en-US" altLang="en-US" sz="1800" b="1" dirty="0">
                <a:solidFill>
                  <a:prstClr val="black"/>
                </a:solidFill>
                <a:latin typeface="Times New Roman" pitchFamily="18" charset="0"/>
                <a:cs typeface="Times New Roman" pitchFamily="18" charset="0"/>
              </a:rPr>
              <a:t>                         BU22CSEN0100356</a:t>
            </a:r>
            <a:endParaRPr lang="en-US" altLang="en-US" sz="1800" dirty="0">
              <a:solidFill>
                <a:prstClr val="black"/>
              </a:solidFill>
              <a:latin typeface="Times New Roman" pitchFamily="18" charset="0"/>
              <a:cs typeface="Times New Roman" pitchFamily="18" charset="0"/>
            </a:endParaRPr>
          </a:p>
          <a:p>
            <a:pPr>
              <a:defRPr/>
            </a:pPr>
            <a:r>
              <a:rPr lang="en-US" altLang="en-US" sz="1800" b="1" dirty="0">
                <a:solidFill>
                  <a:prstClr val="black"/>
                </a:solidFill>
                <a:latin typeface="Times New Roman" pitchFamily="18" charset="0"/>
                <a:cs typeface="Times New Roman" pitchFamily="18" charset="0"/>
              </a:rPr>
              <a:t>                                        </a:t>
            </a:r>
            <a:endParaRPr lang="en-US" altLang="en-US" sz="1800" dirty="0">
              <a:solidFill>
                <a:prstClr val="black"/>
              </a:solidFill>
              <a:latin typeface="Times New Roman" pitchFamily="18" charset="0"/>
              <a:cs typeface="Times New Roman" pitchFamily="18" charset="0"/>
            </a:endParaRPr>
          </a:p>
        </p:txBody>
      </p:sp>
      <p:sp>
        <p:nvSpPr>
          <p:cNvPr id="5125" name="Rectangle 11">
            <a:extLst>
              <a:ext uri="{FF2B5EF4-FFF2-40B4-BE49-F238E27FC236}">
                <a16:creationId xmlns:a16="http://schemas.microsoft.com/office/drawing/2014/main" id="{2964D784-D35C-1FC1-22DD-F6EDB47C1CDC}"/>
              </a:ext>
            </a:extLst>
          </p:cNvPr>
          <p:cNvSpPr>
            <a:spLocks noChangeArrowheads="1"/>
          </p:cNvSpPr>
          <p:nvPr/>
        </p:nvSpPr>
        <p:spPr bwMode="auto">
          <a:xfrm>
            <a:off x="539750" y="5732463"/>
            <a:ext cx="82804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IN" altLang="en-US" sz="2000" b="1" dirty="0">
                <a:solidFill>
                  <a:srgbClr val="000099"/>
                </a:solidFill>
                <a:latin typeface="Times New Roman" panose="02020603050405020304" pitchFamily="18" charset="0"/>
                <a:cs typeface="Times New Roman" panose="02020603050405020304" pitchFamily="18" charset="0"/>
              </a:rPr>
              <a:t>Department of Computer Science and Engineering</a:t>
            </a:r>
          </a:p>
          <a:p>
            <a:pPr algn="ctr" eaLnBrk="1" hangingPunct="1">
              <a:spcBef>
                <a:spcPct val="0"/>
              </a:spcBef>
              <a:buFontTx/>
              <a:buNone/>
            </a:pPr>
            <a:r>
              <a:rPr lang="en-US" altLang="en-US" sz="2000" dirty="0">
                <a:latin typeface="Times New Roman" panose="02020603050405020304" pitchFamily="18" charset="0"/>
                <a:cs typeface="Times New Roman" panose="02020603050405020304" pitchFamily="18" charset="0"/>
              </a:rPr>
              <a:t>GITAM School of CSE, GITAM (Deemed to be University),</a:t>
            </a:r>
          </a:p>
          <a:p>
            <a:pPr algn="ctr" eaLnBrk="1" hangingPunct="1">
              <a:spcBef>
                <a:spcPct val="0"/>
              </a:spcBef>
              <a:buFontTx/>
              <a:buNone/>
            </a:pPr>
            <a:r>
              <a:rPr lang="en-US" altLang="en-US" sz="2000" dirty="0">
                <a:latin typeface="Times New Roman" panose="02020603050405020304" pitchFamily="18" charset="0"/>
                <a:cs typeface="Times New Roman" panose="02020603050405020304" pitchFamily="18" charset="0"/>
              </a:rPr>
              <a:t>Bengaluru, Karnataka, INDIA.</a:t>
            </a:r>
            <a:endParaRPr lang="en-IN" altLang="en-US" sz="2000" b="1" dirty="0">
              <a:solidFill>
                <a:srgbClr val="000099"/>
              </a:solidFill>
              <a:latin typeface="Times New Roman" panose="02020603050405020304" pitchFamily="18" charset="0"/>
              <a:cs typeface="Times New Roman" panose="02020603050405020304" pitchFamily="18" charset="0"/>
            </a:endParaRPr>
          </a:p>
        </p:txBody>
      </p:sp>
      <p:pic>
        <p:nvPicPr>
          <p:cNvPr id="8" name="Picture 2">
            <a:extLst>
              <a:ext uri="{FF2B5EF4-FFF2-40B4-BE49-F238E27FC236}">
                <a16:creationId xmlns:a16="http://schemas.microsoft.com/office/drawing/2014/main" id="{4F07749E-9C73-4BC5-92A4-23D5DE9A22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0732" y="0"/>
            <a:ext cx="1413268" cy="692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C7C547D5-0BD4-00A6-5091-9F0E2ACE9609}"/>
              </a:ext>
            </a:extLst>
          </p:cNvPr>
          <p:cNvSpPr>
            <a:spLocks noGrp="1" noChangeArrowheads="1"/>
          </p:cNvSpPr>
          <p:nvPr>
            <p:ph type="title"/>
          </p:nvPr>
        </p:nvSpPr>
        <p:spPr>
          <a:xfrm>
            <a:off x="250825" y="263525"/>
            <a:ext cx="5278438" cy="885825"/>
          </a:xfrm>
        </p:spPr>
        <p:txBody>
          <a:bodyPr/>
          <a:lstStyle/>
          <a:p>
            <a:pPr algn="just" eaLnBrk="1" hangingPunct="1"/>
            <a:r>
              <a:rPr lang="en-IN" altLang="en-US" sz="2800" b="1" dirty="0">
                <a:solidFill>
                  <a:srgbClr val="0070C0"/>
                </a:solidFill>
                <a:latin typeface="Times New Roman" panose="02020603050405020304" pitchFamily="18" charset="0"/>
                <a:cs typeface="Times New Roman" panose="02020603050405020304" pitchFamily="18" charset="0"/>
              </a:rPr>
              <a:t>CONTENTS</a:t>
            </a:r>
          </a:p>
        </p:txBody>
      </p:sp>
      <p:sp>
        <p:nvSpPr>
          <p:cNvPr id="6147" name="Content Placeholder 2">
            <a:extLst>
              <a:ext uri="{FF2B5EF4-FFF2-40B4-BE49-F238E27FC236}">
                <a16:creationId xmlns:a16="http://schemas.microsoft.com/office/drawing/2014/main" id="{0E157F96-504B-2A43-54DE-10BF4933C1A8}"/>
              </a:ext>
            </a:extLst>
          </p:cNvPr>
          <p:cNvSpPr>
            <a:spLocks noGrp="1" noChangeArrowheads="1"/>
          </p:cNvSpPr>
          <p:nvPr>
            <p:ph idx="1"/>
          </p:nvPr>
        </p:nvSpPr>
        <p:spPr>
          <a:xfrm>
            <a:off x="606425" y="1141413"/>
            <a:ext cx="8080375" cy="4951412"/>
          </a:xfrm>
        </p:spPr>
        <p:txBody>
          <a:bodyPr/>
          <a:lstStyle/>
          <a:p>
            <a:pPr marL="457200" indent="-457200" algn="just">
              <a:lnSpc>
                <a:spcPct val="150000"/>
              </a:lnSpc>
              <a:buFont typeface="Calibri" panose="020F0502020204030204" pitchFamily="34" charset="0"/>
              <a:buAutoNum type="arabicPeriod"/>
            </a:pPr>
            <a:r>
              <a:rPr lang="en-US" altLang="en-US" sz="2000">
                <a:latin typeface="Times New Roman" panose="02020603050405020304" pitchFamily="18" charset="0"/>
                <a:cs typeface="Times New Roman" panose="02020603050405020304" pitchFamily="18" charset="0"/>
              </a:rPr>
              <a:t>Recap of Capstone Project Introduction Review-1</a:t>
            </a:r>
            <a:endParaRPr lang="en-IN" altLang="en-US" sz="200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US" altLang="en-US" sz="2000">
                <a:latin typeface="Times New Roman" panose="02020603050405020304" pitchFamily="18" charset="0"/>
                <a:cs typeface="Times New Roman" panose="02020603050405020304" pitchFamily="18" charset="0"/>
              </a:rPr>
              <a:t>Problem Statement</a:t>
            </a:r>
            <a:endParaRPr lang="en-IN" altLang="en-US" sz="200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US" altLang="en-US" sz="2000">
                <a:latin typeface="Times New Roman" panose="02020603050405020304" pitchFamily="18" charset="0"/>
                <a:cs typeface="Times New Roman" panose="02020603050405020304" pitchFamily="18" charset="0"/>
              </a:rPr>
              <a:t>Objectives</a:t>
            </a:r>
            <a:endParaRPr lang="en-IN" altLang="en-US" sz="2000">
              <a:latin typeface="Times New Roman" panose="02020603050405020304" pitchFamily="18" charset="0"/>
              <a:cs typeface="Times New Roman" panose="02020603050405020304" pitchFamily="18" charset="0"/>
            </a:endParaRPr>
          </a:p>
          <a:p>
            <a:pPr marL="914400" lvl="1" indent="-457200" algn="just">
              <a:lnSpc>
                <a:spcPct val="150000"/>
              </a:lnSpc>
              <a:buFont typeface="Calibri" panose="020F0502020204030204" pitchFamily="34" charset="0"/>
              <a:buAutoNum type="alphaUcPeriod"/>
            </a:pPr>
            <a:r>
              <a:rPr lang="en-IN" altLang="en-US" sz="2000">
                <a:latin typeface="Times New Roman" panose="02020603050405020304" pitchFamily="18" charset="0"/>
                <a:cs typeface="Times New Roman" panose="02020603050405020304" pitchFamily="18" charset="0"/>
              </a:rPr>
              <a:t>Feedback from Guide/Reviewers and actions taken after Review–1</a:t>
            </a:r>
          </a:p>
          <a:p>
            <a:pPr marL="457200" indent="-457200" algn="just">
              <a:lnSpc>
                <a:spcPct val="150000"/>
              </a:lnSpc>
              <a:buFont typeface="Calibri" panose="020F0502020204030204" pitchFamily="34" charset="0"/>
              <a:buAutoNum type="arabicPeriod"/>
            </a:pPr>
            <a:r>
              <a:rPr lang="en-US" altLang="en-US" sz="2000">
                <a:latin typeface="Times New Roman" panose="02020603050405020304" pitchFamily="18" charset="0"/>
                <a:cs typeface="Times New Roman" panose="02020603050405020304" pitchFamily="18" charset="0"/>
              </a:rPr>
              <a:t>Requirement Analysis</a:t>
            </a:r>
            <a:endParaRPr lang="en-IN" altLang="en-US" sz="200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000">
                <a:latin typeface="Times New Roman" panose="02020603050405020304" pitchFamily="18" charset="0"/>
                <a:cs typeface="Times New Roman" panose="02020603050405020304" pitchFamily="18" charset="0"/>
              </a:rPr>
              <a:t>Identification of tools/technology/algorithms</a:t>
            </a:r>
            <a:endParaRPr lang="en-IN" altLang="en-US" sz="200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000">
                <a:latin typeface="Times New Roman" panose="02020603050405020304" pitchFamily="18" charset="0"/>
                <a:cs typeface="Times New Roman" panose="02020603050405020304" pitchFamily="18" charset="0"/>
              </a:rPr>
              <a:t>Design Strategy (project workflow/ system design/ DFD/UML design)</a:t>
            </a:r>
            <a:endParaRPr lang="en-IN" altLang="en-US" sz="200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000">
                <a:latin typeface="Times New Roman" panose="02020603050405020304" pitchFamily="18" charset="0"/>
                <a:cs typeface="Times New Roman" panose="02020603050405020304" pitchFamily="18" charset="0"/>
              </a:rPr>
              <a:t>Conclusion</a:t>
            </a:r>
            <a:endParaRPr lang="en-IN" altLang="en-US" sz="2000">
              <a:latin typeface="Times New Roman" panose="02020603050405020304" pitchFamily="18" charset="0"/>
              <a:cs typeface="Times New Roman" panose="02020603050405020304" pitchFamily="18" charset="0"/>
            </a:endParaRPr>
          </a:p>
          <a:p>
            <a:pPr marL="457200" indent="-457200" algn="just">
              <a:lnSpc>
                <a:spcPct val="150000"/>
              </a:lnSpc>
              <a:buFont typeface="Calibri" panose="020F0502020204030204" pitchFamily="34" charset="0"/>
              <a:buAutoNum type="arabicPeriod"/>
            </a:pPr>
            <a:r>
              <a:rPr lang="en-US" altLang="en-US" sz="2000">
                <a:latin typeface="Times New Roman" panose="02020603050405020304" pitchFamily="18" charset="0"/>
                <a:cs typeface="Times New Roman" panose="02020603050405020304" pitchFamily="18" charset="0"/>
              </a:rPr>
              <a:t>References</a:t>
            </a:r>
            <a:endParaRPr lang="en-IN" altLang="en-US" sz="2000">
              <a:latin typeface="Times New Roman" panose="02020603050405020304" pitchFamily="18" charset="0"/>
              <a:cs typeface="Times New Roman" panose="02020603050405020304" pitchFamily="18" charset="0"/>
            </a:endParaRPr>
          </a:p>
        </p:txBody>
      </p:sp>
      <p:sp>
        <p:nvSpPr>
          <p:cNvPr id="6148" name="Slide Number Placeholder 1">
            <a:extLst>
              <a:ext uri="{FF2B5EF4-FFF2-40B4-BE49-F238E27FC236}">
                <a16:creationId xmlns:a16="http://schemas.microsoft.com/office/drawing/2014/main" id="{7EA26945-BCEA-3670-50AD-F9303708C37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92F7492-2B12-4298-B6BB-58746A7C3450}" type="slidenum">
              <a:rPr lang="en-US" altLang="en-US" sz="1200">
                <a:solidFill>
                  <a:srgbClr val="898989"/>
                </a:solidFill>
              </a:rPr>
              <a:pPr>
                <a:spcBef>
                  <a:spcPct val="0"/>
                </a:spcBef>
                <a:buFontTx/>
                <a:buNone/>
              </a:pPr>
              <a:t>2</a:t>
            </a:fld>
            <a:endParaRPr lang="en-US" altLang="en-US" sz="1200">
              <a:solidFill>
                <a:srgbClr val="898989"/>
              </a:solidFill>
            </a:endParaRPr>
          </a:p>
        </p:txBody>
      </p:sp>
      <p:pic>
        <p:nvPicPr>
          <p:cNvPr id="7" name="Picture 2">
            <a:extLst>
              <a:ext uri="{FF2B5EF4-FFF2-40B4-BE49-F238E27FC236}">
                <a16:creationId xmlns:a16="http://schemas.microsoft.com/office/drawing/2014/main" id="{2095FB93-0B43-4DEF-B875-153D8F5A92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0732" y="0"/>
            <a:ext cx="1413268" cy="692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D5B013CC-2C2E-EC77-CAD2-696749357CF4}"/>
              </a:ext>
            </a:extLst>
          </p:cNvPr>
          <p:cNvSpPr>
            <a:spLocks noGrp="1"/>
          </p:cNvSpPr>
          <p:nvPr>
            <p:ph type="title"/>
          </p:nvPr>
        </p:nvSpPr>
        <p:spPr/>
        <p:txBody>
          <a:bodyPr/>
          <a:lstStyle/>
          <a:p>
            <a:r>
              <a:rPr lang="en-IN" altLang="en-US" sz="2400" b="1" dirty="0">
                <a:latin typeface="Times New Roman" panose="02020603050405020304" pitchFamily="18" charset="0"/>
                <a:cs typeface="Times New Roman" panose="02020603050405020304" pitchFamily="18" charset="0"/>
              </a:rPr>
              <a:t>Problem Statement</a:t>
            </a:r>
          </a:p>
        </p:txBody>
      </p:sp>
      <p:sp>
        <p:nvSpPr>
          <p:cNvPr id="7171" name="Content Placeholder 2">
            <a:extLst>
              <a:ext uri="{FF2B5EF4-FFF2-40B4-BE49-F238E27FC236}">
                <a16:creationId xmlns:a16="http://schemas.microsoft.com/office/drawing/2014/main" id="{C51CEACB-12BB-878F-9B8D-B6D6A9908D4C}"/>
              </a:ext>
            </a:extLst>
          </p:cNvPr>
          <p:cNvSpPr>
            <a:spLocks noGrp="1"/>
          </p:cNvSpPr>
          <p:nvPr>
            <p:ph idx="1"/>
          </p:nvPr>
        </p:nvSpPr>
        <p:spPr>
          <a:xfrm>
            <a:off x="251520" y="1844824"/>
            <a:ext cx="8712968" cy="3240361"/>
          </a:xfrm>
        </p:spPr>
        <p:txBody>
          <a:bodyPr/>
          <a:lstStyle/>
          <a:p>
            <a:pPr marL="0" indent="0" algn="just">
              <a:buNone/>
            </a:pPr>
            <a:r>
              <a:rPr lang="en-US" sz="2000" dirty="0">
                <a:latin typeface="Times New Roman" panose="02020603050405020304" pitchFamily="18" charset="0"/>
                <a:cs typeface="Times New Roman" panose="02020603050405020304" pitchFamily="18" charset="0"/>
              </a:rPr>
              <a:t>This project improves the security and privacy of Federated Learning (FL). In FL, clients train on their own data, but the updates they send to the server can still leak information or be attacked. To fix this, we use AES encryption and digital signatures so that updates are protected during transmission and only trusted clients can contribute. Using a federated logistic regression model, we show that secure updates make the global model more reliable and safe. This approach is useful for privacy-sensitive areas like healthcare, finance, and IoT.</a:t>
            </a:r>
            <a:endParaRPr lang="en-IN" altLang="en-US" sz="2000" dirty="0">
              <a:latin typeface="Times New Roman" panose="02020603050405020304" pitchFamily="18" charset="0"/>
              <a:cs typeface="Times New Roman" panose="02020603050405020304" pitchFamily="18" charset="0"/>
            </a:endParaRPr>
          </a:p>
        </p:txBody>
      </p:sp>
      <p:sp>
        <p:nvSpPr>
          <p:cNvPr id="7172" name="Slide Number Placeholder 3">
            <a:extLst>
              <a:ext uri="{FF2B5EF4-FFF2-40B4-BE49-F238E27FC236}">
                <a16:creationId xmlns:a16="http://schemas.microsoft.com/office/drawing/2014/main" id="{A816662D-F940-A21A-4B61-0F3B22647B4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7D2DE2-EA98-4CCF-A2FA-36D6B3CC43BB}" type="slidenum">
              <a:rPr lang="en-IN" altLang="en-US" sz="1200">
                <a:solidFill>
                  <a:srgbClr val="898989"/>
                </a:solidFill>
              </a:rPr>
              <a:pPr>
                <a:spcBef>
                  <a:spcPct val="0"/>
                </a:spcBef>
                <a:buFontTx/>
                <a:buNone/>
              </a:pPr>
              <a:t>3</a:t>
            </a:fld>
            <a:endParaRPr lang="en-IN" altLang="en-US" sz="1200">
              <a:solidFill>
                <a:srgbClr val="898989"/>
              </a:solidFill>
            </a:endParaRPr>
          </a:p>
        </p:txBody>
      </p:sp>
      <p:pic>
        <p:nvPicPr>
          <p:cNvPr id="8" name="Picture 2">
            <a:extLst>
              <a:ext uri="{FF2B5EF4-FFF2-40B4-BE49-F238E27FC236}">
                <a16:creationId xmlns:a16="http://schemas.microsoft.com/office/drawing/2014/main" id="{3AE8D760-969A-4323-8ABD-6B233AB149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0732" y="0"/>
            <a:ext cx="1413268" cy="692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1A1337FB-9F84-3C4B-D155-487F40FDB353}"/>
              </a:ext>
            </a:extLst>
          </p:cNvPr>
          <p:cNvSpPr>
            <a:spLocks noGrp="1"/>
          </p:cNvSpPr>
          <p:nvPr>
            <p:ph type="title"/>
          </p:nvPr>
        </p:nvSpPr>
        <p:spPr>
          <a:xfrm>
            <a:off x="258763" y="0"/>
            <a:ext cx="8229600" cy="908050"/>
          </a:xfrm>
        </p:spPr>
        <p:txBody>
          <a:bodyPr/>
          <a:lstStyle/>
          <a:p>
            <a:r>
              <a:rPr lang="en-IN" altLang="en-US" sz="2400" b="1" dirty="0">
                <a:latin typeface="Times New Roman" panose="02020603050405020304" pitchFamily="18" charset="0"/>
                <a:cs typeface="Times New Roman" panose="02020603050405020304" pitchFamily="18" charset="0"/>
              </a:rPr>
              <a:t>Objectives</a:t>
            </a:r>
          </a:p>
        </p:txBody>
      </p:sp>
      <p:sp>
        <p:nvSpPr>
          <p:cNvPr id="8195" name="Content Placeholder 2">
            <a:extLst>
              <a:ext uri="{FF2B5EF4-FFF2-40B4-BE49-F238E27FC236}">
                <a16:creationId xmlns:a16="http://schemas.microsoft.com/office/drawing/2014/main" id="{2246B6DD-9E2E-06EB-3D07-9C6AC4E17C6D}"/>
              </a:ext>
            </a:extLst>
          </p:cNvPr>
          <p:cNvSpPr>
            <a:spLocks noGrp="1"/>
          </p:cNvSpPr>
          <p:nvPr>
            <p:ph idx="1"/>
          </p:nvPr>
        </p:nvSpPr>
        <p:spPr>
          <a:xfrm>
            <a:off x="122238" y="1196752"/>
            <a:ext cx="8770242" cy="5400599"/>
          </a:xfrm>
        </p:spPr>
        <p:txBody>
          <a:bodyPr/>
          <a:lstStyle/>
          <a:p>
            <a:pPr algn="just" eaLnBrk="1" hangingPunct="1">
              <a:lnSpc>
                <a:spcPct val="150000"/>
              </a:lnSpc>
              <a:spcBef>
                <a:spcPct val="0"/>
              </a:spcBef>
            </a:pPr>
            <a:r>
              <a:rPr lang="en-US" sz="2000" dirty="0">
                <a:latin typeface="Times New Roman" panose="02020603050405020304" pitchFamily="18" charset="0"/>
                <a:cs typeface="Times New Roman" panose="02020603050405020304" pitchFamily="18" charset="0"/>
              </a:rPr>
              <a:t>To ensure data privacy by preventing direct sharing of client data during model training.</a:t>
            </a:r>
          </a:p>
          <a:p>
            <a:pPr algn="just" eaLnBrk="1" hangingPunct="1">
              <a:lnSpc>
                <a:spcPct val="150000"/>
              </a:lnSpc>
              <a:spcBef>
                <a:spcPct val="0"/>
              </a:spcBef>
            </a:pPr>
            <a:r>
              <a:rPr lang="en-US" sz="2000" dirty="0">
                <a:latin typeface="Times New Roman" panose="02020603050405020304" pitchFamily="18" charset="0"/>
                <a:cs typeface="Times New Roman" panose="02020603050405020304" pitchFamily="18" charset="0"/>
              </a:rPr>
              <a:t>To integrate security mechanisms like </a:t>
            </a:r>
            <a:r>
              <a:rPr lang="en-US" sz="2000" b="1" dirty="0">
                <a:latin typeface="Times New Roman" panose="02020603050405020304" pitchFamily="18" charset="0"/>
                <a:cs typeface="Times New Roman" panose="02020603050405020304" pitchFamily="18" charset="0"/>
              </a:rPr>
              <a:t>AES encryption</a:t>
            </a: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differential privacy</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secure aggregation</a:t>
            </a:r>
            <a:r>
              <a:rPr lang="en-US" sz="2000" dirty="0">
                <a:latin typeface="Times New Roman" panose="02020603050405020304" pitchFamily="18" charset="0"/>
                <a:cs typeface="Times New Roman" panose="02020603050405020304" pitchFamily="18" charset="0"/>
              </a:rPr>
              <a:t>.</a:t>
            </a:r>
          </a:p>
          <a:p>
            <a:pPr algn="just" eaLnBrk="1" hangingPunct="1">
              <a:lnSpc>
                <a:spcPct val="150000"/>
              </a:lnSpc>
              <a:spcBef>
                <a:spcPct val="0"/>
              </a:spcBef>
            </a:pPr>
            <a:r>
              <a:rPr lang="en-US" sz="2000" dirty="0">
                <a:latin typeface="Times New Roman" panose="02020603050405020304" pitchFamily="18" charset="0"/>
                <a:cs typeface="Times New Roman" panose="02020603050405020304" pitchFamily="18" charset="0"/>
              </a:rPr>
              <a:t>To protect user identity and sensitive information from inference and reconstruction attacks.</a:t>
            </a:r>
          </a:p>
          <a:p>
            <a:pPr algn="just" eaLnBrk="1" hangingPunct="1">
              <a:lnSpc>
                <a:spcPct val="150000"/>
              </a:lnSpc>
              <a:spcBef>
                <a:spcPct val="0"/>
              </a:spcBef>
            </a:pPr>
            <a:r>
              <a:rPr lang="en-US" sz="2000" dirty="0">
                <a:latin typeface="Times New Roman" panose="02020603050405020304" pitchFamily="18" charset="0"/>
                <a:cs typeface="Times New Roman" panose="02020603050405020304" pitchFamily="18" charset="0"/>
              </a:rPr>
              <a:t>To enhance model reliability and integrity through secure communication and update validation.</a:t>
            </a:r>
          </a:p>
          <a:p>
            <a:pPr algn="just" eaLnBrk="1" hangingPunct="1">
              <a:lnSpc>
                <a:spcPct val="150000"/>
              </a:lnSpc>
              <a:spcBef>
                <a:spcPct val="0"/>
              </a:spcBef>
            </a:pPr>
            <a:r>
              <a:rPr lang="en-US" sz="2000" dirty="0">
                <a:latin typeface="Times New Roman" panose="02020603050405020304" pitchFamily="18" charset="0"/>
                <a:cs typeface="Times New Roman" panose="02020603050405020304" pitchFamily="18" charset="0"/>
              </a:rPr>
              <a:t>To build a scalable and trustworthy federated framework that aligns with data protection standards.</a:t>
            </a:r>
            <a:endParaRPr lang="en-US" altLang="en-US" sz="2000" dirty="0">
              <a:latin typeface="Times New Roman" panose="02020603050405020304" pitchFamily="18" charset="0"/>
              <a:cs typeface="Times New Roman" panose="02020603050405020304" pitchFamily="18" charset="0"/>
            </a:endParaRPr>
          </a:p>
        </p:txBody>
      </p:sp>
      <p:sp>
        <p:nvSpPr>
          <p:cNvPr id="8196" name="Slide Number Placeholder 3">
            <a:extLst>
              <a:ext uri="{FF2B5EF4-FFF2-40B4-BE49-F238E27FC236}">
                <a16:creationId xmlns:a16="http://schemas.microsoft.com/office/drawing/2014/main" id="{1A3273FE-3A23-D207-904B-9C37EF59833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76E8323-A457-48CD-BFCC-FDA31413EB61}" type="slidenum">
              <a:rPr lang="en-IN" altLang="en-US" sz="1200">
                <a:solidFill>
                  <a:srgbClr val="898989"/>
                </a:solidFill>
              </a:rPr>
              <a:pPr>
                <a:spcBef>
                  <a:spcPct val="0"/>
                </a:spcBef>
                <a:buFontTx/>
                <a:buNone/>
              </a:pPr>
              <a:t>4</a:t>
            </a:fld>
            <a:endParaRPr lang="en-IN" altLang="en-US" sz="1200">
              <a:solidFill>
                <a:srgbClr val="898989"/>
              </a:solidFill>
            </a:endParaRPr>
          </a:p>
        </p:txBody>
      </p:sp>
      <p:pic>
        <p:nvPicPr>
          <p:cNvPr id="7" name="Picture 2">
            <a:extLst>
              <a:ext uri="{FF2B5EF4-FFF2-40B4-BE49-F238E27FC236}">
                <a16:creationId xmlns:a16="http://schemas.microsoft.com/office/drawing/2014/main" id="{E3A71533-2853-40DC-B570-69D5712F0A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0732" y="0"/>
            <a:ext cx="1413268" cy="692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D104CC18-14A8-432C-A6FB-F01C1557071E}"/>
              </a:ext>
            </a:extLst>
          </p:cNvPr>
          <p:cNvSpPr>
            <a:spLocks noGrp="1"/>
          </p:cNvSpPr>
          <p:nvPr>
            <p:ph type="title"/>
          </p:nvPr>
        </p:nvSpPr>
        <p:spPr>
          <a:xfrm>
            <a:off x="252410" y="501650"/>
            <a:ext cx="7643192" cy="1343174"/>
          </a:xfrm>
        </p:spPr>
        <p:txBody>
          <a:bodyPr/>
          <a:lstStyle/>
          <a:p>
            <a:pPr algn="just"/>
            <a:r>
              <a:rPr lang="en-US" altLang="en-US" sz="2400" b="1" dirty="0">
                <a:latin typeface="Times New Roman" panose="02020603050405020304" pitchFamily="18" charset="0"/>
                <a:cs typeface="Times New Roman" panose="02020603050405020304" pitchFamily="18" charset="0"/>
              </a:rPr>
              <a:t>Feedback from Guide/Reviewers and actions taken after Review–1</a:t>
            </a:r>
          </a:p>
        </p:txBody>
      </p:sp>
      <p:sp>
        <p:nvSpPr>
          <p:cNvPr id="9219" name="Slide Number Placeholder 3">
            <a:extLst>
              <a:ext uri="{FF2B5EF4-FFF2-40B4-BE49-F238E27FC236}">
                <a16:creationId xmlns:a16="http://schemas.microsoft.com/office/drawing/2014/main" id="{693F81C9-FC03-8610-17EA-938C0A8D54B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19E9521-ADBE-48E1-85BA-B2958AB046BB}" type="slidenum">
              <a:rPr lang="en-IN" altLang="en-US" sz="1200">
                <a:solidFill>
                  <a:srgbClr val="898989"/>
                </a:solidFill>
              </a:rPr>
              <a:pPr>
                <a:spcBef>
                  <a:spcPct val="0"/>
                </a:spcBef>
                <a:buFontTx/>
                <a:buNone/>
              </a:pPr>
              <a:t>5</a:t>
            </a:fld>
            <a:endParaRPr lang="en-IN" altLang="en-US" sz="1200">
              <a:solidFill>
                <a:srgbClr val="898989"/>
              </a:solidFill>
            </a:endParaRPr>
          </a:p>
        </p:txBody>
      </p:sp>
      <p:sp>
        <p:nvSpPr>
          <p:cNvPr id="9220" name="Content Placeholder 2">
            <a:extLst>
              <a:ext uri="{FF2B5EF4-FFF2-40B4-BE49-F238E27FC236}">
                <a16:creationId xmlns:a16="http://schemas.microsoft.com/office/drawing/2014/main" id="{DCC68616-2405-943C-29D0-45060A98CD17}"/>
              </a:ext>
            </a:extLst>
          </p:cNvPr>
          <p:cNvSpPr txBox="1">
            <a:spLocks/>
          </p:cNvSpPr>
          <p:nvPr/>
        </p:nvSpPr>
        <p:spPr bwMode="auto">
          <a:xfrm>
            <a:off x="250825" y="1844824"/>
            <a:ext cx="8229600" cy="468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eaLnBrk="1" hangingPunct="1">
              <a:lnSpc>
                <a:spcPct val="150000"/>
              </a:lnSpc>
              <a:spcBef>
                <a:spcPct val="0"/>
              </a:spcBef>
              <a:buFontTx/>
              <a:buNone/>
            </a:pPr>
            <a:r>
              <a:rPr lang="en-US" altLang="en-US" sz="2400" b="1" dirty="0">
                <a:latin typeface="Times New Roman" panose="02020603050405020304" pitchFamily="18" charset="0"/>
                <a:cs typeface="Times New Roman" panose="02020603050405020304" pitchFamily="18" charset="0"/>
              </a:rPr>
              <a:t>Feedback from Guide/Reviewers</a:t>
            </a:r>
          </a:p>
          <a:p>
            <a:pPr algn="just" eaLnBrk="1" hangingPunct="1">
              <a:lnSpc>
                <a:spcPct val="150000"/>
              </a:lnSpc>
              <a:spcBef>
                <a:spcPct val="0"/>
              </a:spcBef>
              <a:buFontTx/>
              <a:buNone/>
            </a:pPr>
            <a:r>
              <a:rPr lang="en-US" altLang="en-US" sz="2000" b="1" dirty="0">
                <a:latin typeface="Times New Roman" panose="02020603050405020304" pitchFamily="18" charset="0"/>
                <a:cs typeface="Times New Roman" panose="02020603050405020304" pitchFamily="18" charset="0"/>
              </a:rPr>
              <a:t>1.</a:t>
            </a:r>
            <a:r>
              <a:rPr lang="en-US" altLang="en-US" sz="2000" dirty="0">
                <a:latin typeface="Times New Roman" panose="02020603050405020304" pitchFamily="18" charset="0"/>
                <a:cs typeface="Times New Roman" panose="02020603050405020304" pitchFamily="18" charset="0"/>
              </a:rPr>
              <a:t> The encryption methods are not explained properly.</a:t>
            </a:r>
            <a:endParaRPr lang="en-US" altLang="en-US" sz="2000" b="1" dirty="0">
              <a:latin typeface="Times New Roman" panose="02020603050405020304" pitchFamily="18" charset="0"/>
              <a:cs typeface="Times New Roman" panose="02020603050405020304" pitchFamily="18" charset="0"/>
            </a:endParaRPr>
          </a:p>
          <a:p>
            <a:pPr algn="just" eaLnBrk="1" hangingPunct="1">
              <a:lnSpc>
                <a:spcPct val="150000"/>
              </a:lnSpc>
              <a:spcBef>
                <a:spcPct val="0"/>
              </a:spcBef>
              <a:buFontTx/>
              <a:buNone/>
            </a:pPr>
            <a:r>
              <a:rPr lang="en-US" altLang="en-US" sz="2000" b="1" dirty="0">
                <a:latin typeface="Times New Roman" panose="02020603050405020304" pitchFamily="18" charset="0"/>
                <a:cs typeface="Times New Roman" panose="02020603050405020304" pitchFamily="18" charset="0"/>
              </a:rPr>
              <a:t>2.</a:t>
            </a:r>
            <a:r>
              <a:rPr lang="en-US" altLang="en-US" sz="2000" dirty="0">
                <a:latin typeface="Times New Roman" panose="02020603050405020304" pitchFamily="18" charset="0"/>
                <a:cs typeface="Times New Roman" panose="02020603050405020304" pitchFamily="18" charset="0"/>
              </a:rPr>
              <a:t> The literature survey should include recent papers (after 2023).</a:t>
            </a:r>
            <a:endParaRPr lang="en-US" altLang="en-US" sz="2000" b="1" dirty="0">
              <a:latin typeface="Times New Roman" panose="02020603050405020304" pitchFamily="18" charset="0"/>
              <a:cs typeface="Times New Roman" panose="02020603050405020304" pitchFamily="18" charset="0"/>
            </a:endParaRPr>
          </a:p>
          <a:p>
            <a:pPr algn="just" eaLnBrk="1" hangingPunct="1">
              <a:lnSpc>
                <a:spcPct val="150000"/>
              </a:lnSpc>
              <a:spcBef>
                <a:spcPct val="0"/>
              </a:spcBef>
              <a:buFontTx/>
              <a:buNone/>
            </a:pPr>
            <a:r>
              <a:rPr lang="en-US" altLang="en-US" sz="2000" b="1" dirty="0">
                <a:latin typeface="Times New Roman" panose="02020603050405020304" pitchFamily="18" charset="0"/>
                <a:cs typeface="Times New Roman" panose="02020603050405020304" pitchFamily="18" charset="0"/>
              </a:rPr>
              <a:t>Actions taken</a:t>
            </a:r>
          </a:p>
          <a:p>
            <a:pPr algn="just" eaLnBrk="1" hangingPunct="1">
              <a:lnSpc>
                <a:spcPct val="150000"/>
              </a:lnSpc>
              <a:spcBef>
                <a:spcPct val="0"/>
              </a:spcBef>
              <a:buFontTx/>
              <a:buNone/>
            </a:pPr>
            <a:r>
              <a:rPr lang="en-US" altLang="en-US" sz="2000" b="1" dirty="0">
                <a:latin typeface="Times New Roman" panose="02020603050405020304" pitchFamily="18" charset="0"/>
                <a:cs typeface="Times New Roman" panose="02020603050405020304" pitchFamily="18" charset="0"/>
              </a:rPr>
              <a:t>1.</a:t>
            </a:r>
            <a:r>
              <a:rPr lang="en-US" altLang="en-US" sz="2000" dirty="0">
                <a:latin typeface="Times New Roman" panose="02020603050405020304" pitchFamily="18" charset="0"/>
                <a:cs typeface="Times New Roman" panose="02020603050405020304" pitchFamily="18" charset="0"/>
              </a:rPr>
              <a:t> Revised and clearly explained encryption techniques such </a:t>
            </a:r>
            <a:r>
              <a:rPr lang="en-US" altLang="en-US" sz="2000" dirty="0" err="1">
                <a:latin typeface="Times New Roman" panose="02020603050405020304" pitchFamily="18" charset="0"/>
                <a:cs typeface="Times New Roman" panose="02020603050405020304" pitchFamily="18" charset="0"/>
              </a:rPr>
              <a:t>asAES</a:t>
            </a:r>
            <a:r>
              <a:rPr lang="en-US" altLang="en-US" sz="2000" dirty="0">
                <a:latin typeface="Times New Roman" panose="02020603050405020304" pitchFamily="18" charset="0"/>
                <a:cs typeface="Times New Roman" panose="02020603050405020304" pitchFamily="18" charset="0"/>
              </a:rPr>
              <a:t> Encryption and Digital to match the presentation content.</a:t>
            </a:r>
            <a:endParaRPr lang="en-US" altLang="en-US" sz="2000" b="1" dirty="0">
              <a:latin typeface="Times New Roman" panose="02020603050405020304" pitchFamily="18" charset="0"/>
              <a:cs typeface="Times New Roman" panose="02020603050405020304" pitchFamily="18" charset="0"/>
            </a:endParaRPr>
          </a:p>
          <a:p>
            <a:pPr algn="just" eaLnBrk="1" hangingPunct="1">
              <a:lnSpc>
                <a:spcPct val="150000"/>
              </a:lnSpc>
              <a:spcBef>
                <a:spcPct val="0"/>
              </a:spcBef>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2.</a:t>
            </a:r>
            <a:r>
              <a:rPr lang="en-US" altLang="en-US" sz="2000" dirty="0">
                <a:latin typeface="Times New Roman" panose="02020603050405020304" pitchFamily="18" charset="0"/>
                <a:cs typeface="Times New Roman" panose="02020603050405020304" pitchFamily="18" charset="0"/>
              </a:rPr>
              <a:t> Updated the literature survey with the latest research papers from 2023 and 2024 related to secure and privacy-preserving federated learning.</a:t>
            </a:r>
          </a:p>
          <a:p>
            <a:pPr algn="just" eaLnBrk="1" hangingPunct="1">
              <a:lnSpc>
                <a:spcPct val="150000"/>
              </a:lnSpc>
              <a:spcBef>
                <a:spcPct val="0"/>
              </a:spcBef>
              <a:buFontTx/>
              <a:buNone/>
            </a:pPr>
            <a:endParaRPr lang="en-US" altLang="en-US" sz="2000" b="1" dirty="0">
              <a:latin typeface="Times New Roman" panose="02020603050405020304" pitchFamily="18" charset="0"/>
              <a:cs typeface="Times New Roman" panose="02020603050405020304" pitchFamily="18" charset="0"/>
            </a:endParaRPr>
          </a:p>
          <a:p>
            <a:pPr algn="just" eaLnBrk="1" hangingPunct="1">
              <a:spcBef>
                <a:spcPct val="0"/>
              </a:spcBef>
              <a:buFontTx/>
              <a:buNone/>
            </a:pPr>
            <a:endParaRPr lang="en-US" altLang="en-US" sz="2000" b="1" dirty="0">
              <a:latin typeface="Times New Roman" panose="02020603050405020304" pitchFamily="18" charset="0"/>
              <a:cs typeface="Times New Roman" panose="02020603050405020304" pitchFamily="18" charset="0"/>
            </a:endParaRPr>
          </a:p>
          <a:p>
            <a:pPr eaLnBrk="1" hangingPunct="1">
              <a:spcBef>
                <a:spcPct val="0"/>
              </a:spcBef>
              <a:buFontTx/>
              <a:buNone/>
            </a:pPr>
            <a:endParaRPr lang="en-US" altLang="en-US" sz="2000" b="1" dirty="0">
              <a:latin typeface="Times New Roman" panose="02020603050405020304" pitchFamily="18" charset="0"/>
              <a:cs typeface="Times New Roman" panose="02020603050405020304" pitchFamily="18" charset="0"/>
            </a:endParaRPr>
          </a:p>
        </p:txBody>
      </p:sp>
      <p:pic>
        <p:nvPicPr>
          <p:cNvPr id="5" name="Picture 2">
            <a:extLst>
              <a:ext uri="{FF2B5EF4-FFF2-40B4-BE49-F238E27FC236}">
                <a16:creationId xmlns:a16="http://schemas.microsoft.com/office/drawing/2014/main" id="{2213761B-2F40-475B-AA5B-6269BA152F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0732" y="0"/>
            <a:ext cx="1413268" cy="692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14868278-9258-0EA4-323A-9FB7CDA4A246}"/>
              </a:ext>
            </a:extLst>
          </p:cNvPr>
          <p:cNvSpPr>
            <a:spLocks noGrp="1"/>
          </p:cNvSpPr>
          <p:nvPr>
            <p:ph type="title"/>
          </p:nvPr>
        </p:nvSpPr>
        <p:spPr>
          <a:xfrm>
            <a:off x="457200" y="274638"/>
            <a:ext cx="8229600" cy="731837"/>
          </a:xfrm>
        </p:spPr>
        <p:txBody>
          <a:bodyPr/>
          <a:lstStyle/>
          <a:p>
            <a:r>
              <a:rPr lang="en-IN" altLang="en-US" sz="2400" b="1" dirty="0">
                <a:latin typeface="Times New Roman" panose="02020603050405020304" pitchFamily="18" charset="0"/>
                <a:cs typeface="Times New Roman" panose="02020603050405020304" pitchFamily="18" charset="0"/>
              </a:rPr>
              <a:t>Requirement Analysis</a:t>
            </a:r>
          </a:p>
        </p:txBody>
      </p:sp>
      <p:sp>
        <p:nvSpPr>
          <p:cNvPr id="3" name="Content Placeholder 2">
            <a:extLst>
              <a:ext uri="{FF2B5EF4-FFF2-40B4-BE49-F238E27FC236}">
                <a16:creationId xmlns:a16="http://schemas.microsoft.com/office/drawing/2014/main" id="{0B8193B0-9824-9061-6249-4FE8231ED804}"/>
              </a:ext>
            </a:extLst>
          </p:cNvPr>
          <p:cNvSpPr>
            <a:spLocks noGrp="1"/>
          </p:cNvSpPr>
          <p:nvPr>
            <p:ph idx="1"/>
          </p:nvPr>
        </p:nvSpPr>
        <p:spPr>
          <a:xfrm>
            <a:off x="179388" y="836613"/>
            <a:ext cx="8569325" cy="6769100"/>
          </a:xfrm>
        </p:spPr>
        <p:txBody>
          <a:bodyPr/>
          <a:lstStyle/>
          <a:p>
            <a:pPr marL="0" indent="0" algn="just">
              <a:lnSpc>
                <a:spcPct val="150000"/>
              </a:lnSpc>
              <a:buFont typeface="Arial" panose="020B0604020202020204" pitchFamily="34" charset="0"/>
              <a:buNone/>
              <a:defRPr/>
            </a:pPr>
            <a:r>
              <a:rPr lang="en-IN" sz="2000" b="1" dirty="0">
                <a:latin typeface="Times New Roman" panose="02020603050405020304" pitchFamily="18" charset="0"/>
                <a:cs typeface="Times New Roman" panose="02020603050405020304" pitchFamily="18" charset="0"/>
              </a:rPr>
              <a:t>Hardware Requirements:</a:t>
            </a:r>
          </a:p>
          <a:p>
            <a:pPr algn="just">
              <a:lnSpc>
                <a:spcPct val="150000"/>
              </a:lnSpc>
              <a:defRPr/>
            </a:pPr>
            <a:r>
              <a:rPr lang="en-IN" sz="2000" b="1" dirty="0">
                <a:latin typeface="Times New Roman" panose="02020603050405020304" pitchFamily="18" charset="0"/>
                <a:cs typeface="Times New Roman" panose="02020603050405020304" pitchFamily="18" charset="0"/>
              </a:rPr>
              <a:t>Processor :</a:t>
            </a:r>
            <a:r>
              <a:rPr lang="en-IN" sz="2000" dirty="0">
                <a:latin typeface="Times New Roman" panose="02020603050405020304" pitchFamily="18" charset="0"/>
                <a:cs typeface="Times New Roman" panose="02020603050405020304" pitchFamily="18" charset="0"/>
              </a:rPr>
              <a:t> Intel Core i5 / AMD </a:t>
            </a:r>
            <a:r>
              <a:rPr lang="en-IN" sz="2000" dirty="0" err="1">
                <a:latin typeface="Times New Roman" panose="02020603050405020304" pitchFamily="18" charset="0"/>
                <a:cs typeface="Times New Roman" panose="02020603050405020304" pitchFamily="18" charset="0"/>
              </a:rPr>
              <a:t>Ryzen</a:t>
            </a:r>
            <a:r>
              <a:rPr lang="en-IN" sz="2000" dirty="0">
                <a:latin typeface="Times New Roman" panose="02020603050405020304" pitchFamily="18" charset="0"/>
                <a:cs typeface="Times New Roman" panose="02020603050405020304" pitchFamily="18" charset="0"/>
              </a:rPr>
              <a:t> 5 </a:t>
            </a:r>
          </a:p>
          <a:p>
            <a:pPr algn="just">
              <a:lnSpc>
                <a:spcPct val="150000"/>
              </a:lnSpc>
              <a:defRPr/>
            </a:pPr>
            <a:r>
              <a:rPr lang="en-IN" sz="2000" b="1" dirty="0">
                <a:latin typeface="Times New Roman" panose="02020603050405020304" pitchFamily="18" charset="0"/>
                <a:cs typeface="Times New Roman" panose="02020603050405020304" pitchFamily="18" charset="0"/>
              </a:rPr>
              <a:t>RAM</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Minimum 8 GB </a:t>
            </a:r>
          </a:p>
          <a:p>
            <a:pPr algn="just">
              <a:lnSpc>
                <a:spcPct val="150000"/>
              </a:lnSpc>
              <a:defRPr/>
            </a:pPr>
            <a:r>
              <a:rPr lang="en-IN" sz="2000" b="1" dirty="0">
                <a:latin typeface="Times New Roman" panose="02020603050405020304" pitchFamily="18" charset="0"/>
                <a:cs typeface="Times New Roman" panose="02020603050405020304" pitchFamily="18" charset="0"/>
              </a:rPr>
              <a:t>Storage</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256 GB </a:t>
            </a:r>
          </a:p>
          <a:p>
            <a:pPr algn="just">
              <a:lnSpc>
                <a:spcPct val="150000"/>
              </a:lnSpc>
              <a:defRPr/>
            </a:pPr>
            <a:r>
              <a:rPr lang="en-IN" sz="2000" b="1" dirty="0">
                <a:latin typeface="Times New Roman" panose="02020603050405020304" pitchFamily="18" charset="0"/>
                <a:cs typeface="Times New Roman" panose="02020603050405020304" pitchFamily="18" charset="0"/>
              </a:rPr>
              <a:t>GPU : </a:t>
            </a:r>
            <a:r>
              <a:rPr lang="en-US" sz="2000" dirty="0"/>
              <a:t>NVIDIA GTX 1050</a:t>
            </a:r>
            <a:endParaRPr lang="en-IN" sz="2000" b="1" dirty="0">
              <a:latin typeface="Times New Roman" panose="02020603050405020304" pitchFamily="18" charset="0"/>
              <a:cs typeface="Times New Roman" panose="02020603050405020304" pitchFamily="18" charset="0"/>
            </a:endParaRPr>
          </a:p>
          <a:p>
            <a:pPr marL="0" indent="0" algn="just">
              <a:lnSpc>
                <a:spcPct val="150000"/>
              </a:lnSpc>
              <a:buFont typeface="Arial" panose="020B0604020202020204" pitchFamily="34" charset="0"/>
              <a:buNone/>
              <a:defRPr/>
            </a:pPr>
            <a:r>
              <a:rPr lang="en-IN" sz="2000" b="1" dirty="0">
                <a:latin typeface="Times New Roman" panose="02020603050405020304" pitchFamily="18" charset="0"/>
                <a:cs typeface="Times New Roman" panose="02020603050405020304" pitchFamily="18" charset="0"/>
              </a:rPr>
              <a:t>Software Requirements:</a:t>
            </a:r>
          </a:p>
          <a:p>
            <a:pPr algn="just">
              <a:lnSpc>
                <a:spcPct val="150000"/>
              </a:lnSpc>
              <a:defRPr/>
            </a:pPr>
            <a:r>
              <a:rPr lang="en-IN" sz="2000" b="1" dirty="0">
                <a:latin typeface="Times New Roman" panose="02020603050405020304" pitchFamily="18" charset="0"/>
                <a:cs typeface="Times New Roman" panose="02020603050405020304" pitchFamily="18" charset="0"/>
              </a:rPr>
              <a:t>Operating</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System</a:t>
            </a:r>
            <a:r>
              <a:rPr lang="en-IN" sz="2000" dirty="0">
                <a:latin typeface="Times New Roman" panose="02020603050405020304" pitchFamily="18" charset="0"/>
                <a:cs typeface="Times New Roman" panose="02020603050405020304" pitchFamily="18" charset="0"/>
              </a:rPr>
              <a:t> : Windows 10/ Ubuntu 22.04 LTS, Python </a:t>
            </a:r>
          </a:p>
          <a:p>
            <a:pPr algn="just">
              <a:lnSpc>
                <a:spcPct val="150000"/>
              </a:lnSpc>
              <a:defRPr/>
            </a:pPr>
            <a:r>
              <a:rPr lang="en-IN" sz="2000" b="1" dirty="0">
                <a:latin typeface="Times New Roman" panose="02020603050405020304" pitchFamily="18" charset="0"/>
                <a:cs typeface="Times New Roman" panose="02020603050405020304" pitchFamily="18" charset="0"/>
              </a:rPr>
              <a:t>Libraries/Frameworks</a:t>
            </a:r>
            <a:r>
              <a:rPr lang="en-IN" sz="2000" dirty="0">
                <a:latin typeface="Times New Roman" panose="02020603050405020304" pitchFamily="18" charset="0"/>
                <a:cs typeface="Times New Roman" panose="02020603050405020304" pitchFamily="18" charset="0"/>
              </a:rPr>
              <a:t> :TensorFlow </a:t>
            </a:r>
            <a:r>
              <a:rPr lang="en-IN" sz="2000" dirty="0" err="1">
                <a:latin typeface="Times New Roman" panose="02020603050405020304" pitchFamily="18" charset="0"/>
                <a:cs typeface="Times New Roman" panose="02020603050405020304" pitchFamily="18" charset="0"/>
              </a:rPr>
              <a:t>Federated,Pytorch,Numpy,Pandas</a:t>
            </a:r>
            <a:r>
              <a:rPr lang="en-IN" sz="2000" dirty="0">
                <a:latin typeface="Times New Roman" panose="02020603050405020304" pitchFamily="18" charset="0"/>
                <a:cs typeface="Times New Roman" panose="02020603050405020304" pitchFamily="18" charset="0"/>
              </a:rPr>
              <a:t>.</a:t>
            </a:r>
          </a:p>
          <a:p>
            <a:pPr algn="just">
              <a:lnSpc>
                <a:spcPct val="150000"/>
              </a:lnSpc>
              <a:defRPr/>
            </a:pPr>
            <a:r>
              <a:rPr lang="en-IN" sz="2000" b="1" dirty="0">
                <a:latin typeface="Times New Roman" panose="02020603050405020304" pitchFamily="18" charset="0"/>
                <a:cs typeface="Times New Roman" panose="02020603050405020304" pitchFamily="18" charset="0"/>
              </a:rPr>
              <a:t>Security</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Tools</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PyCryptodome</a:t>
            </a:r>
            <a:r>
              <a:rPr lang="en-IN" sz="2000" dirty="0">
                <a:latin typeface="Times New Roman" panose="02020603050405020304" pitchFamily="18" charset="0"/>
                <a:cs typeface="Times New Roman" panose="02020603050405020304" pitchFamily="18" charset="0"/>
              </a:rPr>
              <a:t> / Cryptography library</a:t>
            </a:r>
          </a:p>
          <a:p>
            <a:pPr algn="just">
              <a:lnSpc>
                <a:spcPct val="150000"/>
              </a:lnSpc>
              <a:defRPr/>
            </a:pPr>
            <a:r>
              <a:rPr lang="en-IN" sz="2000" b="1" dirty="0">
                <a:latin typeface="Times New Roman" panose="02020603050405020304" pitchFamily="18" charset="0"/>
                <a:cs typeface="Times New Roman" panose="02020603050405020304" pitchFamily="18" charset="0"/>
              </a:rPr>
              <a:t>IDE</a:t>
            </a:r>
            <a:r>
              <a:rPr lang="en-IN" sz="2000" dirty="0">
                <a:latin typeface="Times New Roman" panose="02020603050405020304" pitchFamily="18" charset="0"/>
                <a:cs typeface="Times New Roman" panose="02020603050405020304" pitchFamily="18" charset="0"/>
              </a:rPr>
              <a:t> / </a:t>
            </a:r>
            <a:r>
              <a:rPr lang="en-IN" sz="2000" b="1" dirty="0">
                <a:latin typeface="Times New Roman" panose="02020603050405020304" pitchFamily="18" charset="0"/>
                <a:cs typeface="Times New Roman" panose="02020603050405020304" pitchFamily="18" charset="0"/>
              </a:rPr>
              <a:t>Editor</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Jupyter</a:t>
            </a:r>
            <a:r>
              <a:rPr lang="en-IN" sz="2000" dirty="0">
                <a:latin typeface="Times New Roman" panose="02020603050405020304" pitchFamily="18" charset="0"/>
                <a:cs typeface="Times New Roman" panose="02020603050405020304" pitchFamily="18" charset="0"/>
              </a:rPr>
              <a:t> Notebook / VS code / PyCharm.</a:t>
            </a:r>
          </a:p>
          <a:p>
            <a:pPr algn="just">
              <a:lnSpc>
                <a:spcPct val="150000"/>
              </a:lnSpc>
              <a:defRPr/>
            </a:pPr>
            <a:r>
              <a:rPr lang="en-IN" sz="2000" b="1" dirty="0">
                <a:latin typeface="Times New Roman" panose="02020603050405020304" pitchFamily="18" charset="0"/>
                <a:cs typeface="Times New Roman" panose="02020603050405020304" pitchFamily="18" charset="0"/>
              </a:rPr>
              <a:t>Version Control – </a:t>
            </a:r>
            <a:r>
              <a:rPr lang="en-IN" sz="2000" dirty="0">
                <a:latin typeface="Times New Roman" panose="02020603050405020304" pitchFamily="18" charset="0"/>
                <a:cs typeface="Times New Roman" panose="02020603050405020304" pitchFamily="18" charset="0"/>
              </a:rPr>
              <a:t>Git</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GitHub</a:t>
            </a:r>
          </a:p>
          <a:p>
            <a:pPr algn="just">
              <a:lnSpc>
                <a:spcPct val="150000"/>
              </a:lnSpc>
              <a:defRPr/>
            </a:pPr>
            <a:endParaRPr lang="en-IN" sz="2000" dirty="0">
              <a:latin typeface="Times New Roman" panose="02020603050405020304" pitchFamily="18" charset="0"/>
              <a:cs typeface="Times New Roman" panose="02020603050405020304" pitchFamily="18" charset="0"/>
            </a:endParaRPr>
          </a:p>
          <a:p>
            <a:pPr>
              <a:defRPr/>
            </a:pPr>
            <a:endParaRPr lang="en-IN" sz="2000" dirty="0">
              <a:latin typeface="Times New Roman" panose="02020603050405020304" pitchFamily="18" charset="0"/>
              <a:cs typeface="Times New Roman" panose="02020603050405020304" pitchFamily="18" charset="0"/>
            </a:endParaRPr>
          </a:p>
          <a:p>
            <a:pPr>
              <a:defRPr/>
            </a:pPr>
            <a:endParaRPr lang="en-IN" sz="2800" b="1" dirty="0">
              <a:latin typeface="Times New Roman" panose="02020603050405020304" pitchFamily="18" charset="0"/>
              <a:cs typeface="Times New Roman" panose="02020603050405020304" pitchFamily="18" charset="0"/>
            </a:endParaRPr>
          </a:p>
          <a:p>
            <a:pPr>
              <a:defRPr/>
            </a:pPr>
            <a:endParaRPr lang="en-IN" sz="2800" b="1" dirty="0">
              <a:latin typeface="Times New Roman" panose="02020603050405020304" pitchFamily="18" charset="0"/>
              <a:cs typeface="Times New Roman" panose="02020603050405020304" pitchFamily="18" charset="0"/>
            </a:endParaRPr>
          </a:p>
          <a:p>
            <a:pPr>
              <a:defRPr/>
            </a:pPr>
            <a:endParaRPr lang="en-IN" sz="2800" b="1" dirty="0">
              <a:latin typeface="Times New Roman" panose="02020603050405020304" pitchFamily="18" charset="0"/>
              <a:cs typeface="Times New Roman" panose="02020603050405020304" pitchFamily="18" charset="0"/>
            </a:endParaRPr>
          </a:p>
        </p:txBody>
      </p:sp>
      <p:sp>
        <p:nvSpPr>
          <p:cNvPr id="10244" name="Slide Number Placeholder 3">
            <a:extLst>
              <a:ext uri="{FF2B5EF4-FFF2-40B4-BE49-F238E27FC236}">
                <a16:creationId xmlns:a16="http://schemas.microsoft.com/office/drawing/2014/main" id="{C1672BA8-666E-01BE-0333-9EE479D6170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D5B7203-8E73-43DD-B04C-832A8DC7046D}" type="slidenum">
              <a:rPr lang="en-IN" altLang="en-US" sz="1200">
                <a:solidFill>
                  <a:srgbClr val="898989"/>
                </a:solidFill>
              </a:rPr>
              <a:pPr>
                <a:spcBef>
                  <a:spcPct val="0"/>
                </a:spcBef>
                <a:buFontTx/>
                <a:buNone/>
              </a:pPr>
              <a:t>6</a:t>
            </a:fld>
            <a:endParaRPr lang="en-IN" altLang="en-US" sz="1200">
              <a:solidFill>
                <a:srgbClr val="898989"/>
              </a:solidFill>
            </a:endParaRPr>
          </a:p>
        </p:txBody>
      </p:sp>
      <p:pic>
        <p:nvPicPr>
          <p:cNvPr id="5" name="Picture 2">
            <a:extLst>
              <a:ext uri="{FF2B5EF4-FFF2-40B4-BE49-F238E27FC236}">
                <a16:creationId xmlns:a16="http://schemas.microsoft.com/office/drawing/2014/main" id="{7B8B571B-1079-4132-9373-F58A619129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0732" y="0"/>
            <a:ext cx="1413268" cy="692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EBD3D471-68A6-E4C1-684A-3F71127D75E0}"/>
              </a:ext>
            </a:extLst>
          </p:cNvPr>
          <p:cNvSpPr>
            <a:spLocks noGrp="1"/>
          </p:cNvSpPr>
          <p:nvPr>
            <p:ph type="title"/>
          </p:nvPr>
        </p:nvSpPr>
        <p:spPr/>
        <p:txBody>
          <a:bodyPr/>
          <a:lstStyle/>
          <a:p>
            <a:pPr marL="457200" indent="-457200" eaLnBrk="1" hangingPunct="1"/>
            <a:r>
              <a:rPr lang="en-US" altLang="en-US" sz="2400" b="1" dirty="0">
                <a:latin typeface="Times New Roman" panose="02020603050405020304" pitchFamily="18" charset="0"/>
                <a:cs typeface="Times New Roman" panose="02020603050405020304" pitchFamily="18" charset="0"/>
              </a:rPr>
              <a:t>Identification of tools/technology/algorithms</a:t>
            </a:r>
          </a:p>
        </p:txBody>
      </p:sp>
      <p:sp>
        <p:nvSpPr>
          <p:cNvPr id="11267" name="Content Placeholder 2">
            <a:extLst>
              <a:ext uri="{FF2B5EF4-FFF2-40B4-BE49-F238E27FC236}">
                <a16:creationId xmlns:a16="http://schemas.microsoft.com/office/drawing/2014/main" id="{4866971A-AC8D-55B1-AB43-A56558D760E3}"/>
              </a:ext>
            </a:extLst>
          </p:cNvPr>
          <p:cNvSpPr>
            <a:spLocks noGrp="1"/>
          </p:cNvSpPr>
          <p:nvPr>
            <p:ph idx="1"/>
          </p:nvPr>
        </p:nvSpPr>
        <p:spPr>
          <a:xfrm>
            <a:off x="179512" y="1196753"/>
            <a:ext cx="8785101" cy="6480398"/>
          </a:xfrm>
        </p:spPr>
        <p:txBody>
          <a:bodyPr/>
          <a:lstStyle/>
          <a:p>
            <a:pPr eaLnBrk="1" hangingPunct="1">
              <a:lnSpc>
                <a:spcPct val="150000"/>
              </a:lnSpc>
              <a:spcBef>
                <a:spcPct val="0"/>
              </a:spcBef>
              <a:buFontTx/>
              <a:buNone/>
            </a:pPr>
            <a:r>
              <a:rPr lang="en-US" altLang="en-US" sz="2400" b="1" dirty="0">
                <a:latin typeface="Times New Roman" panose="02020603050405020304" pitchFamily="18" charset="0"/>
                <a:cs typeface="Times New Roman" panose="02020603050405020304" pitchFamily="18" charset="0"/>
              </a:rPr>
              <a:t>TOOLS:</a:t>
            </a:r>
            <a:endParaRPr lang="en-US" altLang="en-US" sz="2000" b="1" u="sng" dirty="0">
              <a:latin typeface="Times New Roman" panose="02020603050405020304" pitchFamily="18" charset="0"/>
              <a:cs typeface="Times New Roman" panose="02020603050405020304" pitchFamily="18" charset="0"/>
            </a:endParaRPr>
          </a:p>
          <a:p>
            <a:pPr algn="just" eaLnBrk="1" hangingPunct="1">
              <a:lnSpc>
                <a:spcPct val="150000"/>
              </a:lnSpc>
              <a:spcBef>
                <a:spcPct val="0"/>
              </a:spcBef>
            </a:pPr>
            <a:r>
              <a:rPr lang="en-US" altLang="en-US" sz="2000" b="1" dirty="0">
                <a:latin typeface="Times New Roman" panose="02020603050405020304" pitchFamily="18" charset="0"/>
                <a:cs typeface="Times New Roman" panose="02020603050405020304" pitchFamily="18" charset="0"/>
              </a:rPr>
              <a:t>Python 3.10+:</a:t>
            </a:r>
            <a:r>
              <a:rPr lang="en-US" altLang="en-US" sz="2000" dirty="0">
                <a:latin typeface="Times New Roman" panose="02020603050405020304" pitchFamily="18" charset="0"/>
                <a:cs typeface="Times New Roman" panose="02020603050405020304" pitchFamily="18" charset="0"/>
              </a:rPr>
              <a:t>Main language for building and running the project.</a:t>
            </a:r>
          </a:p>
          <a:p>
            <a:pPr algn="just" eaLnBrk="1" hangingPunct="1">
              <a:lnSpc>
                <a:spcPct val="150000"/>
              </a:lnSpc>
              <a:spcBef>
                <a:spcPct val="0"/>
              </a:spcBef>
            </a:pPr>
            <a:r>
              <a:rPr lang="en-US" altLang="en-US" sz="2000" b="1" dirty="0">
                <a:latin typeface="Times New Roman" panose="02020603050405020304" pitchFamily="18" charset="0"/>
                <a:cs typeface="Times New Roman" panose="02020603050405020304" pitchFamily="18" charset="0"/>
              </a:rPr>
              <a:t>TensorFlow Federated (TFF):</a:t>
            </a:r>
            <a:r>
              <a:rPr lang="en-US" altLang="en-US" sz="2000" dirty="0">
                <a:latin typeface="Times New Roman" panose="02020603050405020304" pitchFamily="18" charset="0"/>
                <a:cs typeface="Times New Roman" panose="02020603050405020304" pitchFamily="18" charset="0"/>
              </a:rPr>
              <a:t> Framework for simulating and managing the Federated Learning process across multiple clients.</a:t>
            </a:r>
          </a:p>
          <a:p>
            <a:pPr algn="just" eaLnBrk="1" hangingPunct="1">
              <a:lnSpc>
                <a:spcPct val="150000"/>
              </a:lnSpc>
              <a:spcBef>
                <a:spcPct val="0"/>
              </a:spcBef>
            </a:pPr>
            <a:r>
              <a:rPr lang="en-US" altLang="en-US" sz="2000" b="1" dirty="0" err="1">
                <a:latin typeface="Times New Roman" panose="02020603050405020304" pitchFamily="18" charset="0"/>
                <a:cs typeface="Times New Roman" panose="02020603050405020304" pitchFamily="18" charset="0"/>
              </a:rPr>
              <a:t>PyCryptodome</a:t>
            </a:r>
            <a:r>
              <a:rPr lang="en-US" altLang="en-US" sz="2000" b="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Provides encryption and digital signature support for security..</a:t>
            </a:r>
          </a:p>
          <a:p>
            <a:pPr algn="just" eaLnBrk="1" hangingPunct="1">
              <a:lnSpc>
                <a:spcPct val="150000"/>
              </a:lnSpc>
              <a:spcBef>
                <a:spcPct val="0"/>
              </a:spcBef>
            </a:pPr>
            <a:r>
              <a:rPr lang="en-US" altLang="en-US" sz="2000" b="1" dirty="0">
                <a:latin typeface="Times New Roman" panose="02020603050405020304" pitchFamily="18" charset="0"/>
                <a:cs typeface="Times New Roman" panose="02020603050405020304" pitchFamily="18" charset="0"/>
              </a:rPr>
              <a:t>Flask:</a:t>
            </a:r>
            <a:r>
              <a:rPr lang="en-US" altLang="en-US" sz="2000" dirty="0">
                <a:latin typeface="Times New Roman" panose="02020603050405020304" pitchFamily="18" charset="0"/>
                <a:cs typeface="Times New Roman" panose="02020603050405020304" pitchFamily="18" charset="0"/>
              </a:rPr>
              <a:t> Used as the backend to connect clients and server securely.</a:t>
            </a:r>
          </a:p>
          <a:p>
            <a:pPr algn="just" eaLnBrk="1" hangingPunct="1">
              <a:lnSpc>
                <a:spcPct val="150000"/>
              </a:lnSpc>
              <a:spcBef>
                <a:spcPct val="0"/>
              </a:spcBef>
            </a:pPr>
            <a:r>
              <a:rPr lang="en-US" altLang="en-US" sz="2000" b="1" dirty="0">
                <a:latin typeface="Times New Roman" panose="02020603050405020304" pitchFamily="18" charset="0"/>
                <a:cs typeface="Times New Roman" panose="02020603050405020304" pitchFamily="18" charset="0"/>
              </a:rPr>
              <a:t>MySQL:</a:t>
            </a:r>
            <a:r>
              <a:rPr lang="en-US" altLang="en-US" sz="2000" dirty="0">
                <a:latin typeface="Times New Roman" panose="02020603050405020304" pitchFamily="18" charset="0"/>
                <a:cs typeface="Times New Roman" panose="02020603050405020304" pitchFamily="18" charset="0"/>
              </a:rPr>
              <a:t> Database used to store client details, model parameters, encryption keys, and update logs.</a:t>
            </a:r>
          </a:p>
          <a:p>
            <a:pPr algn="just" eaLnBrk="1" hangingPunct="1">
              <a:lnSpc>
                <a:spcPct val="150000"/>
              </a:lnSpc>
              <a:spcBef>
                <a:spcPct val="0"/>
              </a:spcBef>
            </a:pPr>
            <a:r>
              <a:rPr lang="en-US" altLang="en-US" sz="2000" b="1" dirty="0">
                <a:latin typeface="Times New Roman" panose="02020603050405020304" pitchFamily="18" charset="0"/>
                <a:cs typeface="Times New Roman" panose="02020603050405020304" pitchFamily="18" charset="0"/>
              </a:rPr>
              <a:t>GitHub:</a:t>
            </a:r>
            <a:r>
              <a:rPr lang="en-US" altLang="en-US" sz="2000" dirty="0">
                <a:latin typeface="Times New Roman" panose="02020603050405020304" pitchFamily="18" charset="0"/>
                <a:cs typeface="Times New Roman" panose="02020603050405020304" pitchFamily="18" charset="0"/>
              </a:rPr>
              <a:t> Version control platform for collaborative development, code storage, and project management.</a:t>
            </a:r>
            <a:endParaRPr lang="en-US" altLang="en-US" sz="2000" b="1" i="1" u="sng" dirty="0">
              <a:latin typeface="Times New Roman" panose="02020603050405020304" pitchFamily="18" charset="0"/>
              <a:cs typeface="Times New Roman" panose="02020603050405020304" pitchFamily="18" charset="0"/>
            </a:endParaRPr>
          </a:p>
        </p:txBody>
      </p:sp>
      <p:sp>
        <p:nvSpPr>
          <p:cNvPr id="11268" name="Slide Number Placeholder 3">
            <a:extLst>
              <a:ext uri="{FF2B5EF4-FFF2-40B4-BE49-F238E27FC236}">
                <a16:creationId xmlns:a16="http://schemas.microsoft.com/office/drawing/2014/main" id="{32BB09B1-883B-DFC7-0D2F-8E6E9733B61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395E4A0-3595-4F55-9854-36C97B2E3522}" type="slidenum">
              <a:rPr lang="en-IN" altLang="en-US" sz="1200">
                <a:solidFill>
                  <a:srgbClr val="898989"/>
                </a:solidFill>
              </a:rPr>
              <a:pPr>
                <a:spcBef>
                  <a:spcPct val="0"/>
                </a:spcBef>
                <a:buFontTx/>
                <a:buNone/>
              </a:pPr>
              <a:t>7</a:t>
            </a:fld>
            <a:endParaRPr lang="en-IN" altLang="en-US" sz="1200">
              <a:solidFill>
                <a:srgbClr val="898989"/>
              </a:solidFill>
            </a:endParaRPr>
          </a:p>
        </p:txBody>
      </p:sp>
      <p:pic>
        <p:nvPicPr>
          <p:cNvPr id="5" name="Picture 2">
            <a:extLst>
              <a:ext uri="{FF2B5EF4-FFF2-40B4-BE49-F238E27FC236}">
                <a16:creationId xmlns:a16="http://schemas.microsoft.com/office/drawing/2014/main" id="{58FA8E5B-7864-40E4-A5DF-999C50417A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0732" y="0"/>
            <a:ext cx="1413268" cy="692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4251BB2E-52C3-8121-0E5C-B928DA29B98E}"/>
              </a:ext>
            </a:extLst>
          </p:cNvPr>
          <p:cNvSpPr>
            <a:spLocks noGrp="1"/>
          </p:cNvSpPr>
          <p:nvPr>
            <p:ph type="title"/>
          </p:nvPr>
        </p:nvSpPr>
        <p:spPr>
          <a:xfrm>
            <a:off x="457200" y="136525"/>
            <a:ext cx="8229600" cy="1060227"/>
          </a:xfrm>
        </p:spPr>
        <p:txBody>
          <a:bodyPr/>
          <a:lstStyle/>
          <a:p>
            <a:pPr marL="457200" indent="-457200" eaLnBrk="1" hangingPunct="1"/>
            <a:r>
              <a:rPr lang="en-US" altLang="en-US" sz="2400" b="1" dirty="0">
                <a:latin typeface="Times New Roman" panose="02020603050405020304" pitchFamily="18" charset="0"/>
                <a:cs typeface="Times New Roman" panose="02020603050405020304" pitchFamily="18" charset="0"/>
              </a:rPr>
              <a:t>Identification of tools/technology/algorithms</a:t>
            </a:r>
          </a:p>
        </p:txBody>
      </p:sp>
      <p:sp>
        <p:nvSpPr>
          <p:cNvPr id="12291" name="Slide Number Placeholder 3">
            <a:extLst>
              <a:ext uri="{FF2B5EF4-FFF2-40B4-BE49-F238E27FC236}">
                <a16:creationId xmlns:a16="http://schemas.microsoft.com/office/drawing/2014/main" id="{88349343-BD4C-FB59-F973-C5F15B3D0B8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6785B05-6D80-45F1-AC50-992ADE8108FD}" type="slidenum">
              <a:rPr lang="en-IN" altLang="en-US" sz="1200">
                <a:solidFill>
                  <a:srgbClr val="898989"/>
                </a:solidFill>
              </a:rPr>
              <a:pPr>
                <a:spcBef>
                  <a:spcPct val="0"/>
                </a:spcBef>
                <a:buFontTx/>
                <a:buNone/>
              </a:pPr>
              <a:t>8</a:t>
            </a:fld>
            <a:endParaRPr lang="en-IN" altLang="en-US" sz="1200">
              <a:solidFill>
                <a:srgbClr val="898989"/>
              </a:solidFill>
            </a:endParaRPr>
          </a:p>
        </p:txBody>
      </p:sp>
      <p:sp>
        <p:nvSpPr>
          <p:cNvPr id="14341" name="Rectangle 2">
            <a:extLst>
              <a:ext uri="{FF2B5EF4-FFF2-40B4-BE49-F238E27FC236}">
                <a16:creationId xmlns:a16="http://schemas.microsoft.com/office/drawing/2014/main" id="{2DAA1987-6A0B-B484-6999-3ABF85942219}"/>
              </a:ext>
            </a:extLst>
          </p:cNvPr>
          <p:cNvSpPr>
            <a:spLocks noChangeArrowheads="1"/>
          </p:cNvSpPr>
          <p:nvPr/>
        </p:nvSpPr>
        <p:spPr bwMode="auto">
          <a:xfrm>
            <a:off x="161925" y="908050"/>
            <a:ext cx="8820150" cy="5028941"/>
          </a:xfrm>
          <a:prstGeom prst="rect">
            <a:avLst/>
          </a:prstGeom>
          <a:noFill/>
          <a:ln>
            <a:noFill/>
          </a:ln>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 typeface="Arial" panose="020B0604020202020204" pitchFamily="34" charset="0"/>
              <a:buNone/>
              <a:defRPr/>
            </a:pPr>
            <a:r>
              <a:rPr lang="en-IN" altLang="en-US" sz="2000" b="1" dirty="0">
                <a:latin typeface="Times New Roman" panose="02020603050405020304" pitchFamily="18" charset="0"/>
                <a:cs typeface="Times New Roman" panose="02020603050405020304" pitchFamily="18" charset="0"/>
              </a:rPr>
              <a:t>Technologies</a:t>
            </a:r>
            <a:r>
              <a:rPr lang="en-IN" altLang="en-US" sz="2400" b="1" dirty="0">
                <a:latin typeface="Times New Roman" panose="02020603050405020304" pitchFamily="18" charset="0"/>
                <a:cs typeface="Times New Roman" panose="02020603050405020304" pitchFamily="18" charset="0"/>
              </a:rPr>
              <a:t>:</a:t>
            </a:r>
          </a:p>
          <a:p>
            <a:pPr marL="342900" indent="-342900" algn="just">
              <a:lnSpc>
                <a:spcPct val="150000"/>
              </a:lnSpc>
              <a:spcBef>
                <a:spcPct val="0"/>
              </a:spcBef>
              <a:defRPr/>
            </a:pPr>
            <a:r>
              <a:rPr lang="en-US" sz="2000" b="1" dirty="0">
                <a:latin typeface="Times New Roman" panose="02020603050405020304" pitchFamily="18" charset="0"/>
                <a:cs typeface="Times New Roman" panose="02020603050405020304" pitchFamily="18" charset="0"/>
              </a:rPr>
              <a:t>Federated Learning (FL):</a:t>
            </a:r>
            <a:r>
              <a:rPr lang="en-US" sz="2000" dirty="0">
                <a:latin typeface="Times New Roman" panose="02020603050405020304" pitchFamily="18" charset="0"/>
                <a:cs typeface="Times New Roman" panose="02020603050405020304" pitchFamily="18" charset="0"/>
              </a:rPr>
              <a:t> Enables decentralized model training without sharing raw data, ensuring user privacy.</a:t>
            </a:r>
          </a:p>
          <a:p>
            <a:pPr marL="342900" indent="-342900" algn="just">
              <a:lnSpc>
                <a:spcPct val="150000"/>
              </a:lnSpc>
              <a:spcBef>
                <a:spcPct val="0"/>
              </a:spcBef>
              <a:defRPr/>
            </a:pPr>
            <a:r>
              <a:rPr lang="en-US" sz="2000" b="1" dirty="0">
                <a:latin typeface="Times New Roman" panose="02020603050405020304" pitchFamily="18" charset="0"/>
                <a:cs typeface="Times New Roman" panose="02020603050405020304" pitchFamily="18" charset="0"/>
              </a:rPr>
              <a:t>Encryption Techniques (AES):</a:t>
            </a:r>
            <a:r>
              <a:rPr lang="en-US" sz="2000" dirty="0">
                <a:latin typeface="Times New Roman" panose="02020603050405020304" pitchFamily="18" charset="0"/>
                <a:cs typeface="Times New Roman" panose="02020603050405020304" pitchFamily="18" charset="0"/>
              </a:rPr>
              <a:t> </a:t>
            </a:r>
            <a:r>
              <a:rPr lang="en-US" sz="2000" dirty="0"/>
              <a:t>Protects data during transfer between clients and server.</a:t>
            </a: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spcBef>
                <a:spcPct val="0"/>
              </a:spcBef>
              <a:defRPr/>
            </a:pPr>
            <a:r>
              <a:rPr lang="en-US" sz="2000" b="1" dirty="0">
                <a:latin typeface="Times New Roman" panose="02020603050405020304" pitchFamily="18" charset="0"/>
                <a:cs typeface="Times New Roman" panose="02020603050405020304" pitchFamily="18" charset="0"/>
              </a:rPr>
              <a:t>Digital Signatures:</a:t>
            </a:r>
            <a:r>
              <a:rPr lang="en-US" sz="2000" dirty="0">
                <a:latin typeface="Times New Roman" panose="02020603050405020304" pitchFamily="18" charset="0"/>
                <a:cs typeface="Times New Roman" panose="02020603050405020304" pitchFamily="18" charset="0"/>
              </a:rPr>
              <a:t> Ensures authenticity and integrity of model updates from trusted clients.</a:t>
            </a:r>
          </a:p>
          <a:p>
            <a:pPr marL="342900" indent="-342900" algn="just">
              <a:lnSpc>
                <a:spcPct val="150000"/>
              </a:lnSpc>
              <a:spcBef>
                <a:spcPct val="0"/>
              </a:spcBef>
              <a:defRPr/>
            </a:pPr>
            <a:r>
              <a:rPr lang="en-US" sz="2000" b="1" dirty="0">
                <a:latin typeface="Times New Roman" panose="02020603050405020304" pitchFamily="18" charset="0"/>
                <a:cs typeface="Times New Roman" panose="02020603050405020304" pitchFamily="18" charset="0"/>
              </a:rPr>
              <a:t>Secure Aggregation Protocol:</a:t>
            </a:r>
            <a:r>
              <a:rPr lang="en-US" sz="2000" dirty="0">
                <a:latin typeface="Times New Roman" panose="02020603050405020304" pitchFamily="18" charset="0"/>
                <a:cs typeface="Times New Roman" panose="02020603050405020304" pitchFamily="18" charset="0"/>
              </a:rPr>
              <a:t> </a:t>
            </a:r>
            <a:r>
              <a:rPr lang="en-US" sz="2000" dirty="0"/>
              <a:t>Combines client updates safely without exposing individual data.</a:t>
            </a: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spcBef>
                <a:spcPct val="0"/>
              </a:spcBef>
              <a:defRPr/>
            </a:pPr>
            <a:r>
              <a:rPr lang="en-US" sz="2000" b="1" dirty="0">
                <a:latin typeface="Times New Roman" panose="02020603050405020304" pitchFamily="18" charset="0"/>
                <a:cs typeface="Times New Roman" panose="02020603050405020304" pitchFamily="18" charset="0"/>
              </a:rPr>
              <a:t>RESTful APIs: </a:t>
            </a:r>
            <a:r>
              <a:rPr lang="en-US" sz="2000" dirty="0"/>
              <a:t>Allows smooth and secure communication between server and clients.</a:t>
            </a:r>
            <a:endParaRPr lang="en-IN" altLang="en-US" sz="2000" b="1" dirty="0">
              <a:latin typeface="Times New Roman" panose="02020603050405020304" pitchFamily="18" charset="0"/>
              <a:cs typeface="Times New Roman" panose="02020603050405020304" pitchFamily="18" charset="0"/>
            </a:endParaRPr>
          </a:p>
        </p:txBody>
      </p:sp>
      <p:pic>
        <p:nvPicPr>
          <p:cNvPr id="5" name="Picture 2">
            <a:extLst>
              <a:ext uri="{FF2B5EF4-FFF2-40B4-BE49-F238E27FC236}">
                <a16:creationId xmlns:a16="http://schemas.microsoft.com/office/drawing/2014/main" id="{F1727286-DAE0-44B5-8784-AECAB50818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0732" y="0"/>
            <a:ext cx="1413268" cy="692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21F11A0A-78E7-444D-DAE7-EC6CDB096C74}"/>
              </a:ext>
            </a:extLst>
          </p:cNvPr>
          <p:cNvSpPr>
            <a:spLocks noGrp="1"/>
          </p:cNvSpPr>
          <p:nvPr>
            <p:ph type="title"/>
          </p:nvPr>
        </p:nvSpPr>
        <p:spPr>
          <a:xfrm>
            <a:off x="457200" y="274638"/>
            <a:ext cx="8229600" cy="994122"/>
          </a:xfrm>
        </p:spPr>
        <p:txBody>
          <a:bodyPr/>
          <a:lstStyle/>
          <a:p>
            <a:pPr marL="457200" indent="-457200" eaLnBrk="1" hangingPunct="1"/>
            <a:r>
              <a:rPr lang="en-US" altLang="en-US" sz="2400" b="1" dirty="0">
                <a:latin typeface="Times New Roman" panose="02020603050405020304" pitchFamily="18" charset="0"/>
                <a:cs typeface="Times New Roman" panose="02020603050405020304" pitchFamily="18" charset="0"/>
              </a:rPr>
              <a:t>Identification of tools/technology/algorithms</a:t>
            </a:r>
          </a:p>
        </p:txBody>
      </p:sp>
      <p:sp>
        <p:nvSpPr>
          <p:cNvPr id="14340" name="Slide Number Placeholder 3">
            <a:extLst>
              <a:ext uri="{FF2B5EF4-FFF2-40B4-BE49-F238E27FC236}">
                <a16:creationId xmlns:a16="http://schemas.microsoft.com/office/drawing/2014/main" id="{09829BBF-3206-6FD6-8D82-643FE7A5738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4703E79-28A7-4AF6-85E2-8F304DB794A5}" type="slidenum">
              <a:rPr lang="en-IN" altLang="en-US" sz="1200">
                <a:solidFill>
                  <a:srgbClr val="898989"/>
                </a:solidFill>
              </a:rPr>
              <a:pPr>
                <a:spcBef>
                  <a:spcPct val="0"/>
                </a:spcBef>
                <a:buFontTx/>
                <a:buNone/>
              </a:pPr>
              <a:t>9</a:t>
            </a:fld>
            <a:endParaRPr lang="en-IN" altLang="en-US" sz="1200">
              <a:solidFill>
                <a:srgbClr val="898989"/>
              </a:solidFill>
            </a:endParaRPr>
          </a:p>
        </p:txBody>
      </p:sp>
      <p:sp>
        <p:nvSpPr>
          <p:cNvPr id="14341" name="Rectangle 2">
            <a:extLst>
              <a:ext uri="{FF2B5EF4-FFF2-40B4-BE49-F238E27FC236}">
                <a16:creationId xmlns:a16="http://schemas.microsoft.com/office/drawing/2014/main" id="{3D61A6B0-4EEF-F10A-3D45-560688CBB686}"/>
              </a:ext>
            </a:extLst>
          </p:cNvPr>
          <p:cNvSpPr>
            <a:spLocks noChangeArrowheads="1"/>
          </p:cNvSpPr>
          <p:nvPr/>
        </p:nvSpPr>
        <p:spPr bwMode="auto">
          <a:xfrm>
            <a:off x="84840" y="1649691"/>
            <a:ext cx="9059159" cy="5089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lnSpc>
                <a:spcPct val="150000"/>
              </a:lnSpc>
              <a:spcBef>
                <a:spcPct val="0"/>
              </a:spcBef>
              <a:buFontTx/>
              <a:buNone/>
            </a:pPr>
            <a:endParaRPr lang="en-IN" altLang="en-US" sz="2000" b="1" dirty="0">
              <a:latin typeface="Times New Roman" panose="02020603050405020304" pitchFamily="18" charset="0"/>
              <a:cs typeface="Times New Roman" panose="02020603050405020304" pitchFamily="18" charset="0"/>
            </a:endParaRPr>
          </a:p>
          <a:p>
            <a:pPr marL="342900" indent="-342900" algn="just">
              <a:lnSpc>
                <a:spcPct val="150000"/>
              </a:lnSpc>
              <a:spcBef>
                <a:spcPct val="0"/>
              </a:spcBef>
            </a:pPr>
            <a:r>
              <a:rPr lang="en-US" altLang="en-US" sz="2000" b="1" dirty="0">
                <a:latin typeface="Times New Roman" panose="02020603050405020304" pitchFamily="18" charset="0"/>
                <a:cs typeface="Times New Roman" panose="02020603050405020304" pitchFamily="18" charset="0"/>
              </a:rPr>
              <a:t>Federated Averaging (</a:t>
            </a:r>
            <a:r>
              <a:rPr lang="en-US" altLang="en-US" sz="2000" b="1" dirty="0" err="1">
                <a:latin typeface="Times New Roman" panose="02020603050405020304" pitchFamily="18" charset="0"/>
                <a:cs typeface="Times New Roman" panose="02020603050405020304" pitchFamily="18" charset="0"/>
              </a:rPr>
              <a:t>FedAvg</a:t>
            </a:r>
            <a:r>
              <a:rPr lang="en-US" altLang="en-US" sz="2000" b="1" dirty="0">
                <a:latin typeface="Times New Roman" panose="02020603050405020304" pitchFamily="18" charset="0"/>
                <a:cs typeface="Times New Roman" panose="02020603050405020304" pitchFamily="18" charset="0"/>
              </a:rPr>
              <a:t>):</a:t>
            </a:r>
            <a:r>
              <a:rPr lang="en-US" altLang="en-US" sz="2000" dirty="0">
                <a:latin typeface="Times New Roman" panose="02020603050405020304" pitchFamily="18" charset="0"/>
                <a:cs typeface="Times New Roman" panose="02020603050405020304" pitchFamily="18" charset="0"/>
              </a:rPr>
              <a:t> Aggregates local model updates from clients to form a global model without sharing raw data.</a:t>
            </a:r>
          </a:p>
          <a:p>
            <a:pPr marL="342900" indent="-342900" algn="just">
              <a:lnSpc>
                <a:spcPct val="150000"/>
              </a:lnSpc>
              <a:spcBef>
                <a:spcPct val="0"/>
              </a:spcBef>
            </a:pPr>
            <a:r>
              <a:rPr lang="en-US" altLang="en-US" sz="2000" b="1" dirty="0">
                <a:latin typeface="Times New Roman" panose="02020603050405020304" pitchFamily="18" charset="0"/>
                <a:cs typeface="Times New Roman" panose="02020603050405020304" pitchFamily="18" charset="0"/>
              </a:rPr>
              <a:t>Advanced Encryption Standard (AES):</a:t>
            </a:r>
            <a:r>
              <a:rPr lang="en-US" altLang="en-US" sz="2000" dirty="0">
                <a:latin typeface="Times New Roman" panose="02020603050405020304" pitchFamily="18" charset="0"/>
                <a:cs typeface="Times New Roman" panose="02020603050405020304" pitchFamily="18" charset="0"/>
              </a:rPr>
              <a:t> Encrypts model parameters to ensure secure and confidential data transmission.</a:t>
            </a:r>
          </a:p>
          <a:p>
            <a:pPr marL="342900" indent="-342900" algn="just">
              <a:lnSpc>
                <a:spcPct val="150000"/>
              </a:lnSpc>
              <a:spcBef>
                <a:spcPct val="0"/>
              </a:spcBef>
            </a:pPr>
            <a:r>
              <a:rPr lang="en-US" altLang="en-US" sz="2000" b="1" dirty="0">
                <a:latin typeface="Times New Roman" panose="02020603050405020304" pitchFamily="18" charset="0"/>
                <a:cs typeface="Times New Roman" panose="02020603050405020304" pitchFamily="18" charset="0"/>
              </a:rPr>
              <a:t>Digital Signature Algorithm (DSA):</a:t>
            </a:r>
            <a:r>
              <a:rPr lang="en-US" altLang="en-US" sz="2000" dirty="0">
                <a:latin typeface="Times New Roman" panose="02020603050405020304" pitchFamily="18" charset="0"/>
                <a:cs typeface="Times New Roman" panose="02020603050405020304" pitchFamily="18" charset="0"/>
              </a:rPr>
              <a:t> Verifies the authenticity and integrity of model updates before aggregation.</a:t>
            </a:r>
          </a:p>
          <a:p>
            <a:pPr marL="342900" indent="-342900" algn="just">
              <a:lnSpc>
                <a:spcPct val="150000"/>
              </a:lnSpc>
              <a:spcBef>
                <a:spcPct val="0"/>
              </a:spcBef>
            </a:pPr>
            <a:r>
              <a:rPr lang="en-US" sz="2000" b="1" dirty="0">
                <a:latin typeface="Times New Roman" panose="02020603050405020304" pitchFamily="18" charset="0"/>
                <a:cs typeface="Times New Roman" panose="02020603050405020304" pitchFamily="18" charset="0"/>
              </a:rPr>
              <a:t>Secure Aggregation Algorithm: </a:t>
            </a:r>
            <a:r>
              <a:rPr lang="en-US" sz="2000" dirty="0">
                <a:latin typeface="Times New Roman" panose="02020603050405020304" pitchFamily="18" charset="0"/>
                <a:cs typeface="Times New Roman" panose="02020603050405020304" pitchFamily="18" charset="0"/>
              </a:rPr>
              <a:t>Server aggregates multiple encrypted updates such that it cannot see any client's individual update.</a:t>
            </a:r>
          </a:p>
          <a:p>
            <a:pPr marL="342900" indent="-342900" algn="just">
              <a:lnSpc>
                <a:spcPct val="150000"/>
              </a:lnSpc>
              <a:spcBef>
                <a:spcPct val="0"/>
              </a:spcBef>
            </a:pPr>
            <a:r>
              <a:rPr lang="en-US" sz="2000" b="1" dirty="0">
                <a:latin typeface="Times New Roman" panose="02020603050405020304" pitchFamily="18" charset="0"/>
                <a:cs typeface="Times New Roman" panose="02020603050405020304" pitchFamily="18" charset="0"/>
              </a:rPr>
              <a:t>Differential Privacy Algorithm : </a:t>
            </a:r>
            <a:r>
              <a:rPr lang="en-US" sz="2000" dirty="0">
                <a:latin typeface="Times New Roman" panose="02020603050405020304" pitchFamily="18" charset="0"/>
                <a:cs typeface="Times New Roman" panose="02020603050405020304" pitchFamily="18" charset="0"/>
              </a:rPr>
              <a:t>Add controlled noise to updates before sending so it prevent attackers from reconstructing the users actual data.</a:t>
            </a:r>
            <a:endParaRPr lang="en-IN" altLang="en-US" sz="2000" b="1" dirty="0">
              <a:latin typeface="Times New Roman" panose="02020603050405020304" pitchFamily="18" charset="0"/>
              <a:cs typeface="Times New Roman" panose="02020603050405020304" pitchFamily="18" charset="0"/>
            </a:endParaRPr>
          </a:p>
        </p:txBody>
      </p:sp>
      <p:pic>
        <p:nvPicPr>
          <p:cNvPr id="5" name="Picture 2">
            <a:extLst>
              <a:ext uri="{FF2B5EF4-FFF2-40B4-BE49-F238E27FC236}">
                <a16:creationId xmlns:a16="http://schemas.microsoft.com/office/drawing/2014/main" id="{0BFFDD97-0666-43DB-9A4A-B422E0A527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0732" y="0"/>
            <a:ext cx="1413268" cy="692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30E80502-8ED9-4C25-A228-E37827C43B38}"/>
              </a:ext>
            </a:extLst>
          </p:cNvPr>
          <p:cNvSpPr/>
          <p:nvPr/>
        </p:nvSpPr>
        <p:spPr>
          <a:xfrm>
            <a:off x="323850" y="1124744"/>
            <a:ext cx="2303934" cy="498663"/>
          </a:xfrm>
          <a:prstGeom prst="rect">
            <a:avLst/>
          </a:prstGeom>
        </p:spPr>
        <p:txBody>
          <a:bodyPr wrap="square">
            <a:spAutoFit/>
          </a:bodyPr>
          <a:lstStyle/>
          <a:p>
            <a:pPr algn="just">
              <a:lnSpc>
                <a:spcPct val="150000"/>
              </a:lnSpc>
            </a:pPr>
            <a:r>
              <a:rPr lang="en-IN" altLang="en-US" sz="2000" b="1" dirty="0">
                <a:latin typeface="Times New Roman" panose="02020603050405020304" pitchFamily="18" charset="0"/>
                <a:cs typeface="Times New Roman" panose="02020603050405020304" pitchFamily="18" charset="0"/>
              </a:rPr>
              <a:t>Algorithms: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9DE413E8-AF9A-8DEB-DA84-AE860299436C}"/>
              </a:ext>
            </a:extLst>
          </p:cNvPr>
          <p:cNvSpPr>
            <a:spLocks noGrp="1"/>
          </p:cNvSpPr>
          <p:nvPr>
            <p:ph type="title"/>
          </p:nvPr>
        </p:nvSpPr>
        <p:spPr>
          <a:xfrm>
            <a:off x="457200" y="-6472"/>
            <a:ext cx="8229600" cy="1124744"/>
          </a:xfrm>
        </p:spPr>
        <p:txBody>
          <a:bodyPr/>
          <a:lstStyle/>
          <a:p>
            <a:r>
              <a:rPr lang="en-US" altLang="en-US" sz="2400" b="1" dirty="0">
                <a:latin typeface="Times New Roman" panose="02020603050405020304" pitchFamily="18" charset="0"/>
                <a:cs typeface="Times New Roman" panose="02020603050405020304" pitchFamily="18" charset="0"/>
              </a:rPr>
              <a:t>Design Strategy</a:t>
            </a:r>
            <a:endParaRPr lang="en-IN" altLang="en-US" sz="2400" dirty="0"/>
          </a:p>
        </p:txBody>
      </p:sp>
      <p:sp>
        <p:nvSpPr>
          <p:cNvPr id="15363" name="Slide Number Placeholder 3">
            <a:extLst>
              <a:ext uri="{FF2B5EF4-FFF2-40B4-BE49-F238E27FC236}">
                <a16:creationId xmlns:a16="http://schemas.microsoft.com/office/drawing/2014/main" id="{8D3098E3-6265-0F1F-2C34-09E03B33888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1232DF9-638E-4E9D-AC96-3ECD1CAAFF8F}" type="slidenum">
              <a:rPr lang="en-IN" altLang="en-US" sz="1200">
                <a:solidFill>
                  <a:srgbClr val="898989"/>
                </a:solidFill>
              </a:rPr>
              <a:pPr>
                <a:spcBef>
                  <a:spcPct val="0"/>
                </a:spcBef>
                <a:buFontTx/>
                <a:buNone/>
              </a:pPr>
              <a:t>10</a:t>
            </a:fld>
            <a:endParaRPr lang="en-IN" altLang="en-US" sz="1200">
              <a:solidFill>
                <a:srgbClr val="898989"/>
              </a:solidFill>
            </a:endParaRPr>
          </a:p>
        </p:txBody>
      </p:sp>
      <p:sp>
        <p:nvSpPr>
          <p:cNvPr id="15364" name="Rectangle 3">
            <a:extLst>
              <a:ext uri="{FF2B5EF4-FFF2-40B4-BE49-F238E27FC236}">
                <a16:creationId xmlns:a16="http://schemas.microsoft.com/office/drawing/2014/main" id="{E37E6BB5-EF2D-8613-3E3E-342C16627FD9}"/>
              </a:ext>
            </a:extLst>
          </p:cNvPr>
          <p:cNvSpPr>
            <a:spLocks noChangeArrowheads="1"/>
          </p:cNvSpPr>
          <p:nvPr/>
        </p:nvSpPr>
        <p:spPr bwMode="auto">
          <a:xfrm>
            <a:off x="705170" y="692697"/>
            <a:ext cx="242667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000" b="1" dirty="0">
                <a:latin typeface="Times New Roman" panose="02020603050405020304" pitchFamily="18" charset="0"/>
                <a:cs typeface="Times New Roman" panose="02020603050405020304" pitchFamily="18" charset="0"/>
              </a:rPr>
              <a:t>Project Workflow</a:t>
            </a:r>
            <a:endParaRPr lang="en-IN" altLang="en-US" sz="2000" dirty="0"/>
          </a:p>
        </p:txBody>
      </p:sp>
      <p:pic>
        <p:nvPicPr>
          <p:cNvPr id="6" name="Picture 2">
            <a:extLst>
              <a:ext uri="{FF2B5EF4-FFF2-40B4-BE49-F238E27FC236}">
                <a16:creationId xmlns:a16="http://schemas.microsoft.com/office/drawing/2014/main" id="{986027A9-A463-446F-92A8-E9CF21E3A1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0732" y="0"/>
            <a:ext cx="1413268" cy="692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333BB4EE-5BC0-427C-9DF6-512F57751F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560" y="1124744"/>
            <a:ext cx="7704855" cy="573325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AC7C3A4F-BA76-99A5-1EF7-D779C55ED67B}"/>
              </a:ext>
            </a:extLst>
          </p:cNvPr>
          <p:cNvSpPr>
            <a:spLocks noGrp="1"/>
          </p:cNvSpPr>
          <p:nvPr>
            <p:ph type="title"/>
          </p:nvPr>
        </p:nvSpPr>
        <p:spPr>
          <a:xfrm>
            <a:off x="457200" y="-336822"/>
            <a:ext cx="8229600" cy="1143000"/>
          </a:xfrm>
        </p:spPr>
        <p:txBody>
          <a:bodyPr/>
          <a:lstStyle/>
          <a:p>
            <a:r>
              <a:rPr lang="en-US" altLang="en-US" sz="2400" b="1" dirty="0">
                <a:latin typeface="Times New Roman" panose="02020603050405020304" pitchFamily="18" charset="0"/>
                <a:cs typeface="Times New Roman" panose="02020603050405020304" pitchFamily="18" charset="0"/>
              </a:rPr>
              <a:t>Design Strategy</a:t>
            </a:r>
            <a:endParaRPr lang="en-IN" altLang="en-US" sz="2400" dirty="0"/>
          </a:p>
        </p:txBody>
      </p:sp>
      <p:sp>
        <p:nvSpPr>
          <p:cNvPr id="16387" name="Slide Number Placeholder 3">
            <a:extLst>
              <a:ext uri="{FF2B5EF4-FFF2-40B4-BE49-F238E27FC236}">
                <a16:creationId xmlns:a16="http://schemas.microsoft.com/office/drawing/2014/main" id="{19BE103B-7537-9B22-2298-457E9C3AB1B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EE7DED1-F320-4B67-A5B1-4D494C2C81FC}" type="slidenum">
              <a:rPr lang="en-IN" altLang="en-US" sz="1200">
                <a:solidFill>
                  <a:srgbClr val="898989"/>
                </a:solidFill>
              </a:rPr>
              <a:pPr>
                <a:spcBef>
                  <a:spcPct val="0"/>
                </a:spcBef>
                <a:buFontTx/>
                <a:buNone/>
              </a:pPr>
              <a:t>11</a:t>
            </a:fld>
            <a:endParaRPr lang="en-IN" altLang="en-US" sz="1200">
              <a:solidFill>
                <a:srgbClr val="898989"/>
              </a:solidFill>
            </a:endParaRPr>
          </a:p>
        </p:txBody>
      </p:sp>
      <p:sp>
        <p:nvSpPr>
          <p:cNvPr id="16388" name="Rectangle 3">
            <a:extLst>
              <a:ext uri="{FF2B5EF4-FFF2-40B4-BE49-F238E27FC236}">
                <a16:creationId xmlns:a16="http://schemas.microsoft.com/office/drawing/2014/main" id="{81D21D10-4F55-652B-B9FE-128714AD2451}"/>
              </a:ext>
            </a:extLst>
          </p:cNvPr>
          <p:cNvSpPr>
            <a:spLocks noChangeArrowheads="1"/>
          </p:cNvSpPr>
          <p:nvPr/>
        </p:nvSpPr>
        <p:spPr bwMode="auto">
          <a:xfrm>
            <a:off x="683568" y="406128"/>
            <a:ext cx="177163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000" b="1" dirty="0">
                <a:latin typeface="Times New Roman" panose="02020603050405020304" pitchFamily="18" charset="0"/>
                <a:cs typeface="Times New Roman" panose="02020603050405020304" pitchFamily="18" charset="0"/>
              </a:rPr>
              <a:t>System Design</a:t>
            </a:r>
            <a:endParaRPr lang="en-IN" altLang="en-US" sz="2000" dirty="0"/>
          </a:p>
        </p:txBody>
      </p:sp>
      <p:pic>
        <p:nvPicPr>
          <p:cNvPr id="16389" name="Picture 2">
            <a:extLst>
              <a:ext uri="{FF2B5EF4-FFF2-40B4-BE49-F238E27FC236}">
                <a16:creationId xmlns:a16="http://schemas.microsoft.com/office/drawing/2014/main" id="{D1E87626-A513-6530-2955-B72AAA4834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764" y="867793"/>
            <a:ext cx="8820472" cy="55037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
            <a:extLst>
              <a:ext uri="{FF2B5EF4-FFF2-40B4-BE49-F238E27FC236}">
                <a16:creationId xmlns:a16="http://schemas.microsoft.com/office/drawing/2014/main" id="{2E7AF03E-AE0F-441A-BC20-A7D6B70B78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0732" y="0"/>
            <a:ext cx="1413268" cy="692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A40EBCCC-42D2-6640-CAA8-562317D942F9}"/>
              </a:ext>
            </a:extLst>
          </p:cNvPr>
          <p:cNvSpPr>
            <a:spLocks noGrp="1"/>
          </p:cNvSpPr>
          <p:nvPr>
            <p:ph type="title"/>
          </p:nvPr>
        </p:nvSpPr>
        <p:spPr>
          <a:xfrm>
            <a:off x="457200" y="-315416"/>
            <a:ext cx="8229600" cy="1733054"/>
          </a:xfrm>
        </p:spPr>
        <p:txBody>
          <a:bodyPr/>
          <a:lstStyle/>
          <a:p>
            <a:r>
              <a:rPr lang="en-US" altLang="en-US" sz="2400" b="1" dirty="0">
                <a:latin typeface="Times New Roman" panose="02020603050405020304" pitchFamily="18" charset="0"/>
                <a:cs typeface="Times New Roman" panose="02020603050405020304" pitchFamily="18" charset="0"/>
              </a:rPr>
              <a:t>Design Strategy</a:t>
            </a:r>
            <a:endParaRPr lang="en-IN" altLang="en-US" sz="2400" dirty="0"/>
          </a:p>
        </p:txBody>
      </p:sp>
      <p:sp>
        <p:nvSpPr>
          <p:cNvPr id="17411" name="Slide Number Placeholder 3">
            <a:extLst>
              <a:ext uri="{FF2B5EF4-FFF2-40B4-BE49-F238E27FC236}">
                <a16:creationId xmlns:a16="http://schemas.microsoft.com/office/drawing/2014/main" id="{EAF4EB3D-3ECF-A3B7-8375-444B859D601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639589D-0BF6-4A21-98ED-8C244C4499FC}" type="slidenum">
              <a:rPr lang="en-IN" altLang="en-US" sz="1200">
                <a:solidFill>
                  <a:srgbClr val="898989"/>
                </a:solidFill>
              </a:rPr>
              <a:pPr>
                <a:spcBef>
                  <a:spcPct val="0"/>
                </a:spcBef>
                <a:buFontTx/>
                <a:buNone/>
              </a:pPr>
              <a:t>12</a:t>
            </a:fld>
            <a:endParaRPr lang="en-IN" altLang="en-US" sz="1200">
              <a:solidFill>
                <a:srgbClr val="898989"/>
              </a:solidFill>
            </a:endParaRPr>
          </a:p>
        </p:txBody>
      </p:sp>
      <p:sp>
        <p:nvSpPr>
          <p:cNvPr id="17412" name="Rectangle 3">
            <a:extLst>
              <a:ext uri="{FF2B5EF4-FFF2-40B4-BE49-F238E27FC236}">
                <a16:creationId xmlns:a16="http://schemas.microsoft.com/office/drawing/2014/main" id="{27A2E6B2-0D70-1681-6C33-9C9A18FFBBF9}"/>
              </a:ext>
            </a:extLst>
          </p:cNvPr>
          <p:cNvSpPr>
            <a:spLocks noChangeArrowheads="1"/>
          </p:cNvSpPr>
          <p:nvPr/>
        </p:nvSpPr>
        <p:spPr bwMode="auto">
          <a:xfrm>
            <a:off x="684212" y="620688"/>
            <a:ext cx="215959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spcBef>
                <a:spcPct val="0"/>
              </a:spcBef>
              <a:buFontTx/>
              <a:buNone/>
            </a:pPr>
            <a:r>
              <a:rPr lang="en-US" altLang="en-US" sz="2000" b="1" dirty="0">
                <a:latin typeface="Times New Roman" panose="02020603050405020304" pitchFamily="18" charset="0"/>
                <a:cs typeface="Times New Roman" panose="02020603050405020304" pitchFamily="18" charset="0"/>
              </a:rPr>
              <a:t>ER Diagram </a:t>
            </a:r>
            <a:endParaRPr lang="en-IN" altLang="en-US" sz="2000" dirty="0"/>
          </a:p>
        </p:txBody>
      </p:sp>
      <p:pic>
        <p:nvPicPr>
          <p:cNvPr id="3" name="Picture 2">
            <a:extLst>
              <a:ext uri="{FF2B5EF4-FFF2-40B4-BE49-F238E27FC236}">
                <a16:creationId xmlns:a16="http://schemas.microsoft.com/office/drawing/2014/main" id="{6FE4AD72-0499-BC41-B210-A0C7D18141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336" y="1124745"/>
            <a:ext cx="8626152" cy="5414168"/>
          </a:xfrm>
          <a:prstGeom prst="rect">
            <a:avLst/>
          </a:prstGeom>
        </p:spPr>
      </p:pic>
      <p:pic>
        <p:nvPicPr>
          <p:cNvPr id="6" name="Picture 2">
            <a:extLst>
              <a:ext uri="{FF2B5EF4-FFF2-40B4-BE49-F238E27FC236}">
                <a16:creationId xmlns:a16="http://schemas.microsoft.com/office/drawing/2014/main" id="{B9A1FD04-0E63-4574-A343-9350C011A5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0732" y="0"/>
            <a:ext cx="1413268" cy="692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15123DF4-942B-7380-E4A0-4FE65EDD71B7}"/>
              </a:ext>
            </a:extLst>
          </p:cNvPr>
          <p:cNvSpPr>
            <a:spLocks noGrp="1"/>
          </p:cNvSpPr>
          <p:nvPr>
            <p:ph type="title"/>
          </p:nvPr>
        </p:nvSpPr>
        <p:spPr>
          <a:xfrm>
            <a:off x="491584" y="-353046"/>
            <a:ext cx="8229600" cy="1477790"/>
          </a:xfrm>
        </p:spPr>
        <p:txBody>
          <a:bodyPr/>
          <a:lstStyle/>
          <a:p>
            <a:r>
              <a:rPr lang="en-US" altLang="en-US" sz="2400" b="1" dirty="0">
                <a:latin typeface="Times New Roman" panose="02020603050405020304" pitchFamily="18" charset="0"/>
                <a:cs typeface="Times New Roman" panose="02020603050405020304" pitchFamily="18" charset="0"/>
              </a:rPr>
              <a:t>Design Strategy</a:t>
            </a:r>
            <a:endParaRPr lang="en-IN" altLang="en-US" sz="2400" dirty="0"/>
          </a:p>
        </p:txBody>
      </p:sp>
      <p:sp>
        <p:nvSpPr>
          <p:cNvPr id="19459" name="Slide Number Placeholder 3">
            <a:extLst>
              <a:ext uri="{FF2B5EF4-FFF2-40B4-BE49-F238E27FC236}">
                <a16:creationId xmlns:a16="http://schemas.microsoft.com/office/drawing/2014/main" id="{8006AC11-23BB-1836-9E17-3C6B8E7D92A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EF75803-9F53-48E9-8CA1-4EA5FD2D578C}" type="slidenum">
              <a:rPr lang="en-IN" altLang="en-US" sz="1200">
                <a:solidFill>
                  <a:srgbClr val="898989"/>
                </a:solidFill>
              </a:rPr>
              <a:pPr>
                <a:spcBef>
                  <a:spcPct val="0"/>
                </a:spcBef>
                <a:buFontTx/>
                <a:buNone/>
              </a:pPr>
              <a:t>13</a:t>
            </a:fld>
            <a:endParaRPr lang="en-IN" altLang="en-US" sz="1200">
              <a:solidFill>
                <a:srgbClr val="898989"/>
              </a:solidFill>
            </a:endParaRPr>
          </a:p>
        </p:txBody>
      </p:sp>
      <p:sp>
        <p:nvSpPr>
          <p:cNvPr id="19460" name="Rectangle 3">
            <a:extLst>
              <a:ext uri="{FF2B5EF4-FFF2-40B4-BE49-F238E27FC236}">
                <a16:creationId xmlns:a16="http://schemas.microsoft.com/office/drawing/2014/main" id="{8ED3D195-1138-173A-7836-00775B3D3C02}"/>
              </a:ext>
            </a:extLst>
          </p:cNvPr>
          <p:cNvSpPr>
            <a:spLocks noChangeArrowheads="1"/>
          </p:cNvSpPr>
          <p:nvPr/>
        </p:nvSpPr>
        <p:spPr bwMode="auto">
          <a:xfrm>
            <a:off x="827584" y="605147"/>
            <a:ext cx="27828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a:spcBef>
                <a:spcPct val="0"/>
              </a:spcBef>
              <a:buFontTx/>
              <a:buNone/>
            </a:pPr>
            <a:r>
              <a:rPr lang="en-US" altLang="en-US" sz="2000" b="1" dirty="0">
                <a:latin typeface="Times New Roman" panose="02020603050405020304" pitchFamily="18" charset="0"/>
                <a:cs typeface="Times New Roman" panose="02020603050405020304" pitchFamily="18" charset="0"/>
              </a:rPr>
              <a:t>USE CASE DIAGRAM</a:t>
            </a:r>
            <a:endParaRPr lang="en-IN" altLang="en-US" sz="2000" dirty="0"/>
          </a:p>
        </p:txBody>
      </p:sp>
      <p:pic>
        <p:nvPicPr>
          <p:cNvPr id="6" name="Picture 2">
            <a:extLst>
              <a:ext uri="{FF2B5EF4-FFF2-40B4-BE49-F238E27FC236}">
                <a16:creationId xmlns:a16="http://schemas.microsoft.com/office/drawing/2014/main" id="{1F852B28-3D55-4FD4-BB10-3860302843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0732" y="0"/>
            <a:ext cx="1413268" cy="692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descr="PlantUML diagram">
            <a:extLst>
              <a:ext uri="{FF2B5EF4-FFF2-40B4-BE49-F238E27FC236}">
                <a16:creationId xmlns:a16="http://schemas.microsoft.com/office/drawing/2014/main" id="{A59E9DE2-EFC9-4464-B696-3674E95C4A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1268759"/>
            <a:ext cx="8328888" cy="54006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D3BC5FDE-B20C-5E60-C3C3-C1E2EFB9E6FF}"/>
              </a:ext>
            </a:extLst>
          </p:cNvPr>
          <p:cNvSpPr>
            <a:spLocks noGrp="1"/>
          </p:cNvSpPr>
          <p:nvPr>
            <p:ph type="title"/>
          </p:nvPr>
        </p:nvSpPr>
        <p:spPr>
          <a:xfrm>
            <a:off x="235136" y="-253134"/>
            <a:ext cx="8229600" cy="1214412"/>
          </a:xfrm>
        </p:spPr>
        <p:txBody>
          <a:bodyPr/>
          <a:lstStyle/>
          <a:p>
            <a:r>
              <a:rPr lang="en-US" altLang="en-US" sz="2400" b="1" dirty="0">
                <a:latin typeface="Times New Roman" panose="02020603050405020304" pitchFamily="18" charset="0"/>
                <a:cs typeface="Times New Roman" panose="02020603050405020304" pitchFamily="18" charset="0"/>
              </a:rPr>
              <a:t>Design Strategy</a:t>
            </a:r>
            <a:endParaRPr lang="en-IN" altLang="en-US" sz="2400" dirty="0"/>
          </a:p>
        </p:txBody>
      </p:sp>
      <p:sp>
        <p:nvSpPr>
          <p:cNvPr id="20483" name="Slide Number Placeholder 3">
            <a:extLst>
              <a:ext uri="{FF2B5EF4-FFF2-40B4-BE49-F238E27FC236}">
                <a16:creationId xmlns:a16="http://schemas.microsoft.com/office/drawing/2014/main" id="{C86081CE-8225-3FF9-9401-08E954747F4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AE8D189-60D4-4587-A8A8-417B26E23A41}" type="slidenum">
              <a:rPr lang="en-IN" altLang="en-US" sz="1200">
                <a:solidFill>
                  <a:srgbClr val="898989"/>
                </a:solidFill>
              </a:rPr>
              <a:pPr>
                <a:spcBef>
                  <a:spcPct val="0"/>
                </a:spcBef>
                <a:buFontTx/>
                <a:buNone/>
              </a:pPr>
              <a:t>14</a:t>
            </a:fld>
            <a:endParaRPr lang="en-IN" altLang="en-US" sz="1200">
              <a:solidFill>
                <a:srgbClr val="898989"/>
              </a:solidFill>
            </a:endParaRPr>
          </a:p>
        </p:txBody>
      </p:sp>
      <p:sp>
        <p:nvSpPr>
          <p:cNvPr id="20484" name="Rectangle 3">
            <a:extLst>
              <a:ext uri="{FF2B5EF4-FFF2-40B4-BE49-F238E27FC236}">
                <a16:creationId xmlns:a16="http://schemas.microsoft.com/office/drawing/2014/main" id="{D25F52BF-E3BB-CCBE-B3EC-C9D2C76FDB7F}"/>
              </a:ext>
            </a:extLst>
          </p:cNvPr>
          <p:cNvSpPr>
            <a:spLocks noChangeArrowheads="1"/>
          </p:cNvSpPr>
          <p:nvPr/>
        </p:nvSpPr>
        <p:spPr bwMode="auto">
          <a:xfrm>
            <a:off x="611560" y="630634"/>
            <a:ext cx="28077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000" b="1" dirty="0">
                <a:latin typeface="Times New Roman" panose="02020603050405020304" pitchFamily="18" charset="0"/>
                <a:cs typeface="Times New Roman" panose="02020603050405020304" pitchFamily="18" charset="0"/>
              </a:rPr>
              <a:t>CLASS DIAGRAM</a:t>
            </a:r>
            <a:endParaRPr lang="en-IN" altLang="en-US" sz="2000" dirty="0"/>
          </a:p>
        </p:txBody>
      </p:sp>
      <p:pic>
        <p:nvPicPr>
          <p:cNvPr id="6" name="Picture 2">
            <a:extLst>
              <a:ext uri="{FF2B5EF4-FFF2-40B4-BE49-F238E27FC236}">
                <a16:creationId xmlns:a16="http://schemas.microsoft.com/office/drawing/2014/main" id="{AF8FC112-6B99-4743-B450-E04036CCED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0732" y="0"/>
            <a:ext cx="1413268" cy="692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C0347B46-D85D-4E84-B16E-21B5C928A0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528" y="1030744"/>
            <a:ext cx="8568952" cy="562126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E038C3A7-988D-F135-BA8C-454264706567}"/>
              </a:ext>
            </a:extLst>
          </p:cNvPr>
          <p:cNvSpPr>
            <a:spLocks noGrp="1"/>
          </p:cNvSpPr>
          <p:nvPr>
            <p:ph type="title"/>
          </p:nvPr>
        </p:nvSpPr>
        <p:spPr>
          <a:xfrm>
            <a:off x="457200" y="274638"/>
            <a:ext cx="8229600" cy="778098"/>
          </a:xfrm>
        </p:spPr>
        <p:txBody>
          <a:bodyPr/>
          <a:lstStyle/>
          <a:p>
            <a:r>
              <a:rPr lang="en-US" altLang="en-US" sz="2400" b="1" dirty="0">
                <a:latin typeface="Times New Roman" panose="02020603050405020304" pitchFamily="18" charset="0"/>
                <a:cs typeface="Times New Roman" panose="02020603050405020304" pitchFamily="18" charset="0"/>
              </a:rPr>
              <a:t>Design Strategy</a:t>
            </a:r>
            <a:endParaRPr lang="en-IN" altLang="en-US" sz="2400" dirty="0"/>
          </a:p>
        </p:txBody>
      </p:sp>
      <p:sp>
        <p:nvSpPr>
          <p:cNvPr id="21507" name="Slide Number Placeholder 3">
            <a:extLst>
              <a:ext uri="{FF2B5EF4-FFF2-40B4-BE49-F238E27FC236}">
                <a16:creationId xmlns:a16="http://schemas.microsoft.com/office/drawing/2014/main" id="{25B8E5D9-170B-C6DB-113B-0028AE0813F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5132C85-61AA-4DD5-9649-124A5438F655}" type="slidenum">
              <a:rPr lang="en-IN" altLang="en-US" sz="1200">
                <a:solidFill>
                  <a:srgbClr val="898989"/>
                </a:solidFill>
              </a:rPr>
              <a:pPr>
                <a:spcBef>
                  <a:spcPct val="0"/>
                </a:spcBef>
                <a:buFontTx/>
                <a:buNone/>
              </a:pPr>
              <a:t>15</a:t>
            </a:fld>
            <a:endParaRPr lang="en-IN" altLang="en-US" sz="1200">
              <a:solidFill>
                <a:srgbClr val="898989"/>
              </a:solidFill>
            </a:endParaRPr>
          </a:p>
        </p:txBody>
      </p:sp>
      <p:sp>
        <p:nvSpPr>
          <p:cNvPr id="21508" name="Rectangle 3">
            <a:extLst>
              <a:ext uri="{FF2B5EF4-FFF2-40B4-BE49-F238E27FC236}">
                <a16:creationId xmlns:a16="http://schemas.microsoft.com/office/drawing/2014/main" id="{3274D118-E115-2C74-D9CF-9A4E0C2BFE05}"/>
              </a:ext>
            </a:extLst>
          </p:cNvPr>
          <p:cNvSpPr>
            <a:spLocks noChangeArrowheads="1"/>
          </p:cNvSpPr>
          <p:nvPr/>
        </p:nvSpPr>
        <p:spPr bwMode="auto">
          <a:xfrm>
            <a:off x="900112" y="1052736"/>
            <a:ext cx="316783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000" b="1" dirty="0">
                <a:latin typeface="Times New Roman" panose="02020603050405020304" pitchFamily="18" charset="0"/>
                <a:cs typeface="Times New Roman" panose="02020603050405020304" pitchFamily="18" charset="0"/>
              </a:rPr>
              <a:t>SEQUENCE DIAGRAM</a:t>
            </a:r>
            <a:endParaRPr lang="en-IN" altLang="en-US" sz="2000" dirty="0"/>
          </a:p>
        </p:txBody>
      </p:sp>
      <p:pic>
        <p:nvPicPr>
          <p:cNvPr id="3" name="Picture 2">
            <a:extLst>
              <a:ext uri="{FF2B5EF4-FFF2-40B4-BE49-F238E27FC236}">
                <a16:creationId xmlns:a16="http://schemas.microsoft.com/office/drawing/2014/main" id="{744AAFC0-F196-D879-E9AF-176F873D47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536" y="1556793"/>
            <a:ext cx="8291264" cy="4680520"/>
          </a:xfrm>
          <a:prstGeom prst="rect">
            <a:avLst/>
          </a:prstGeom>
        </p:spPr>
      </p:pic>
      <p:pic>
        <p:nvPicPr>
          <p:cNvPr id="6" name="Picture 2">
            <a:extLst>
              <a:ext uri="{FF2B5EF4-FFF2-40B4-BE49-F238E27FC236}">
                <a16:creationId xmlns:a16="http://schemas.microsoft.com/office/drawing/2014/main" id="{08B0682D-D33C-40BD-8741-A97BA6700F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0732" y="0"/>
            <a:ext cx="1413268" cy="692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15808926-7505-BB4D-DAD5-DE2D47540552}"/>
              </a:ext>
            </a:extLst>
          </p:cNvPr>
          <p:cNvSpPr>
            <a:spLocks noGrp="1"/>
          </p:cNvSpPr>
          <p:nvPr>
            <p:ph type="title"/>
          </p:nvPr>
        </p:nvSpPr>
        <p:spPr>
          <a:xfrm>
            <a:off x="457200" y="-760374"/>
            <a:ext cx="8229600" cy="2317166"/>
          </a:xfrm>
        </p:spPr>
        <p:txBody>
          <a:bodyPr/>
          <a:lstStyle/>
          <a:p>
            <a:r>
              <a:rPr lang="en-US" altLang="en-US" sz="2400" b="1" dirty="0">
                <a:latin typeface="Times New Roman" panose="02020603050405020304" pitchFamily="18" charset="0"/>
                <a:cs typeface="Times New Roman" panose="02020603050405020304" pitchFamily="18" charset="0"/>
              </a:rPr>
              <a:t>Design Strategy</a:t>
            </a:r>
            <a:endParaRPr lang="en-IN" altLang="en-US" sz="2400" dirty="0"/>
          </a:p>
        </p:txBody>
      </p:sp>
      <p:sp>
        <p:nvSpPr>
          <p:cNvPr id="22531" name="Slide Number Placeholder 3">
            <a:extLst>
              <a:ext uri="{FF2B5EF4-FFF2-40B4-BE49-F238E27FC236}">
                <a16:creationId xmlns:a16="http://schemas.microsoft.com/office/drawing/2014/main" id="{7126525A-350F-8B6A-55FB-F78CA3AC8E4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14D5077-4ABF-4EF8-B376-65BA3A6829D5}" type="slidenum">
              <a:rPr lang="en-IN" altLang="en-US" sz="1200">
                <a:solidFill>
                  <a:srgbClr val="898989"/>
                </a:solidFill>
              </a:rPr>
              <a:pPr>
                <a:spcBef>
                  <a:spcPct val="0"/>
                </a:spcBef>
                <a:buFontTx/>
                <a:buNone/>
              </a:pPr>
              <a:t>16</a:t>
            </a:fld>
            <a:endParaRPr lang="en-IN" altLang="en-US" sz="1200">
              <a:solidFill>
                <a:srgbClr val="898989"/>
              </a:solidFill>
            </a:endParaRPr>
          </a:p>
        </p:txBody>
      </p:sp>
      <p:sp>
        <p:nvSpPr>
          <p:cNvPr id="22532" name="Rectangle 3">
            <a:extLst>
              <a:ext uri="{FF2B5EF4-FFF2-40B4-BE49-F238E27FC236}">
                <a16:creationId xmlns:a16="http://schemas.microsoft.com/office/drawing/2014/main" id="{6B8F46F9-9511-8E8F-6055-681160404770}"/>
              </a:ext>
            </a:extLst>
          </p:cNvPr>
          <p:cNvSpPr>
            <a:spLocks noChangeArrowheads="1"/>
          </p:cNvSpPr>
          <p:nvPr/>
        </p:nvSpPr>
        <p:spPr bwMode="auto">
          <a:xfrm>
            <a:off x="899592" y="620688"/>
            <a:ext cx="381642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000" b="1" dirty="0">
                <a:latin typeface="Times New Roman" panose="02020603050405020304" pitchFamily="18" charset="0"/>
                <a:cs typeface="Times New Roman" panose="02020603050405020304" pitchFamily="18" charset="0"/>
              </a:rPr>
              <a:t>ACTIVITY DIAGRAM</a:t>
            </a:r>
            <a:endParaRPr lang="en-IN" altLang="en-US" sz="2000" dirty="0"/>
          </a:p>
        </p:txBody>
      </p:sp>
      <p:pic>
        <p:nvPicPr>
          <p:cNvPr id="3" name="Picture 2">
            <a:extLst>
              <a:ext uri="{FF2B5EF4-FFF2-40B4-BE49-F238E27FC236}">
                <a16:creationId xmlns:a16="http://schemas.microsoft.com/office/drawing/2014/main" id="{A43609D6-29D4-E5BA-21C8-D62432508A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528" y="1124744"/>
            <a:ext cx="8445624" cy="5596732"/>
          </a:xfrm>
          <a:prstGeom prst="rect">
            <a:avLst/>
          </a:prstGeom>
        </p:spPr>
      </p:pic>
      <p:pic>
        <p:nvPicPr>
          <p:cNvPr id="6" name="Picture 2">
            <a:extLst>
              <a:ext uri="{FF2B5EF4-FFF2-40B4-BE49-F238E27FC236}">
                <a16:creationId xmlns:a16="http://schemas.microsoft.com/office/drawing/2014/main" id="{45C6ED5B-522D-4647-8A94-2C1DA845F9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0732" y="0"/>
            <a:ext cx="1413268" cy="692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5817649C-741F-FF80-BD8A-7460D87345B1}"/>
              </a:ext>
            </a:extLst>
          </p:cNvPr>
          <p:cNvSpPr>
            <a:spLocks noGrp="1"/>
          </p:cNvSpPr>
          <p:nvPr>
            <p:ph type="title"/>
          </p:nvPr>
        </p:nvSpPr>
        <p:spPr/>
        <p:txBody>
          <a:bodyPr/>
          <a:lstStyle/>
          <a:p>
            <a:r>
              <a:rPr lang="en-IN" altLang="en-US" sz="2400" b="1" dirty="0">
                <a:latin typeface="Times New Roman" panose="02020603050405020304" pitchFamily="18" charset="0"/>
                <a:cs typeface="Times New Roman" panose="02020603050405020304" pitchFamily="18" charset="0"/>
              </a:rPr>
              <a:t>Conclusion</a:t>
            </a:r>
          </a:p>
        </p:txBody>
      </p:sp>
      <p:sp>
        <p:nvSpPr>
          <p:cNvPr id="23555" name="Slide Number Placeholder 3">
            <a:extLst>
              <a:ext uri="{FF2B5EF4-FFF2-40B4-BE49-F238E27FC236}">
                <a16:creationId xmlns:a16="http://schemas.microsoft.com/office/drawing/2014/main" id="{0624926D-61B4-4A42-502E-9A9C7666F40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90AECE5-2A8E-4B4F-ADE0-D5048686D8E0}" type="slidenum">
              <a:rPr lang="en-IN" altLang="en-US" sz="1200">
                <a:solidFill>
                  <a:srgbClr val="898989"/>
                </a:solidFill>
              </a:rPr>
              <a:pPr>
                <a:spcBef>
                  <a:spcPct val="0"/>
                </a:spcBef>
                <a:buFontTx/>
                <a:buNone/>
              </a:pPr>
              <a:t>17</a:t>
            </a:fld>
            <a:endParaRPr lang="en-IN" altLang="en-US" sz="1200">
              <a:solidFill>
                <a:srgbClr val="898989"/>
              </a:solidFill>
            </a:endParaRPr>
          </a:p>
        </p:txBody>
      </p:sp>
      <p:sp>
        <p:nvSpPr>
          <p:cNvPr id="23556" name="Rectangle 1">
            <a:extLst>
              <a:ext uri="{FF2B5EF4-FFF2-40B4-BE49-F238E27FC236}">
                <a16:creationId xmlns:a16="http://schemas.microsoft.com/office/drawing/2014/main" id="{65F189DB-2E80-0BE0-574D-7F6F5FA95702}"/>
              </a:ext>
            </a:extLst>
          </p:cNvPr>
          <p:cNvSpPr>
            <a:spLocks noChangeArrowheads="1"/>
          </p:cNvSpPr>
          <p:nvPr/>
        </p:nvSpPr>
        <p:spPr bwMode="auto">
          <a:xfrm>
            <a:off x="250824" y="1268413"/>
            <a:ext cx="8569647" cy="465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a:lnSpc>
                <a:spcPct val="150000"/>
              </a:lnSpc>
            </a:pPr>
            <a:r>
              <a:rPr lang="en-US" altLang="en-US" sz="2000" dirty="0">
                <a:latin typeface="Times New Roman" panose="02020603050405020304" pitchFamily="18" charset="0"/>
                <a:cs typeface="Times New Roman" panose="02020603050405020304" pitchFamily="18" charset="0"/>
              </a:rPr>
              <a:t>Enhancing the security and privacy of Federated Learning is essential to ensure trustworthy and ethical AI collaboration. By integrating techniques such as secure aggregation, differential privacy, homomorphic encryption, and trusted execution environments, sensitive user data can remain protected while still contributing to global model improvement. Robust authentication, encryption key management, and continuous auditing further strengthen the framework against potential </a:t>
            </a:r>
            <a:r>
              <a:rPr lang="en-US" altLang="en-US" sz="2000" dirty="0" err="1">
                <a:latin typeface="Times New Roman" panose="02020603050405020304" pitchFamily="18" charset="0"/>
                <a:cs typeface="Times New Roman" panose="02020603050405020304" pitchFamily="18" charset="0"/>
              </a:rPr>
              <a:t>threats.Ultimately</a:t>
            </a:r>
            <a:r>
              <a:rPr lang="en-US" altLang="en-US" sz="2000" dirty="0">
                <a:latin typeface="Times New Roman" panose="02020603050405020304" pitchFamily="18" charset="0"/>
                <a:cs typeface="Times New Roman" panose="02020603050405020304" pitchFamily="18" charset="0"/>
              </a:rPr>
              <a:t>, secure and privacy-preserving Federated Learning promotes data confidentiality, system integrity, and user trust, enabling organizations to leverage distributed data responsibly and in compliance with data protection regulations.</a:t>
            </a:r>
          </a:p>
        </p:txBody>
      </p:sp>
      <p:pic>
        <p:nvPicPr>
          <p:cNvPr id="5" name="Picture 2">
            <a:extLst>
              <a:ext uri="{FF2B5EF4-FFF2-40B4-BE49-F238E27FC236}">
                <a16:creationId xmlns:a16="http://schemas.microsoft.com/office/drawing/2014/main" id="{9EB5A11F-6DC4-4CD7-8946-B305EE07C6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0732" y="0"/>
            <a:ext cx="1413268" cy="692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a:extLst>
              <a:ext uri="{FF2B5EF4-FFF2-40B4-BE49-F238E27FC236}">
                <a16:creationId xmlns:a16="http://schemas.microsoft.com/office/drawing/2014/main" id="{112A6743-3365-0603-D858-0E2810DCAC73}"/>
              </a:ext>
            </a:extLst>
          </p:cNvPr>
          <p:cNvSpPr>
            <a:spLocks noChangeArrowheads="1"/>
          </p:cNvSpPr>
          <p:nvPr/>
        </p:nvSpPr>
        <p:spPr bwMode="auto">
          <a:xfrm>
            <a:off x="3711575" y="269875"/>
            <a:ext cx="16144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b="1" dirty="0">
                <a:latin typeface="Times New Roman" panose="02020603050405020304" pitchFamily="18" charset="0"/>
                <a:cs typeface="Times New Roman" panose="02020603050405020304" pitchFamily="18" charset="0"/>
              </a:rPr>
              <a:t>References</a:t>
            </a:r>
            <a:endParaRPr lang="en-IN" altLang="en-US" sz="2400" b="1" dirty="0">
              <a:latin typeface="Times New Roman" panose="02020603050405020304" pitchFamily="18" charset="0"/>
              <a:cs typeface="Times New Roman" panose="02020603050405020304" pitchFamily="18" charset="0"/>
            </a:endParaRPr>
          </a:p>
        </p:txBody>
      </p:sp>
      <p:sp>
        <p:nvSpPr>
          <p:cNvPr id="24580" name="Rectangle 1">
            <a:extLst>
              <a:ext uri="{FF2B5EF4-FFF2-40B4-BE49-F238E27FC236}">
                <a16:creationId xmlns:a16="http://schemas.microsoft.com/office/drawing/2014/main" id="{87D57899-8C1C-6AB7-F62C-B4F311C34E34}"/>
              </a:ext>
            </a:extLst>
          </p:cNvPr>
          <p:cNvSpPr>
            <a:spLocks noChangeArrowheads="1"/>
          </p:cNvSpPr>
          <p:nvPr/>
        </p:nvSpPr>
        <p:spPr bwMode="auto">
          <a:xfrm>
            <a:off x="107505" y="730250"/>
            <a:ext cx="8784976" cy="563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just" fontAlgn="t">
              <a:lnSpc>
                <a:spcPct val="150000"/>
              </a:lnSpc>
            </a:pPr>
            <a:r>
              <a:rPr lang="en-IN" altLang="en-US" sz="2000" dirty="0">
                <a:solidFill>
                  <a:srgbClr val="222222"/>
                </a:solidFill>
                <a:latin typeface="Arial" panose="020B0604020202020204" pitchFamily="34" charset="0"/>
              </a:rPr>
              <a:t>[</a:t>
            </a:r>
            <a:r>
              <a:rPr lang="en-IN" altLang="en-US" sz="2000" dirty="0">
                <a:solidFill>
                  <a:srgbClr val="222222"/>
                </a:solidFill>
                <a:latin typeface="Times New Roman" panose="02020603050405020304" pitchFamily="18" charset="0"/>
                <a:ea typeface="Arial" panose="020B0604020202020204" pitchFamily="34" charset="0"/>
                <a:cs typeface="Times New Roman" panose="02020603050405020304" pitchFamily="18" charset="0"/>
              </a:rPr>
              <a:t>1]  Cui, L., Qu, Y., </a:t>
            </a:r>
            <a:r>
              <a:rPr lang="en-IN" altLang="en-US" sz="2000" dirty="0" err="1">
                <a:solidFill>
                  <a:srgbClr val="222222"/>
                </a:solidFill>
                <a:latin typeface="Times New Roman" panose="02020603050405020304" pitchFamily="18" charset="0"/>
                <a:ea typeface="Arial" panose="020B0604020202020204" pitchFamily="34" charset="0"/>
                <a:cs typeface="Times New Roman" panose="02020603050405020304" pitchFamily="18" charset="0"/>
              </a:rPr>
              <a:t>Xie</a:t>
            </a:r>
            <a:r>
              <a:rPr lang="en-IN" altLang="en-US" sz="2000" dirty="0">
                <a:solidFill>
                  <a:srgbClr val="222222"/>
                </a:solidFill>
                <a:latin typeface="Times New Roman" panose="02020603050405020304" pitchFamily="18" charset="0"/>
                <a:ea typeface="Arial" panose="020B0604020202020204" pitchFamily="34" charset="0"/>
                <a:cs typeface="Times New Roman" panose="02020603050405020304" pitchFamily="18" charset="0"/>
              </a:rPr>
              <a:t>, G., Zeng, D., Li, R., Shen, S., &amp; Yu, S. (2021). Security and privacy-enhanced federated learning for anomaly detection in IoT infrastructures. </a:t>
            </a:r>
            <a:r>
              <a:rPr lang="en-IN" altLang="en-US" sz="2000" i="1" dirty="0">
                <a:solidFill>
                  <a:srgbClr val="222222"/>
                </a:solidFill>
                <a:latin typeface="Times New Roman" panose="02020603050405020304" pitchFamily="18" charset="0"/>
                <a:ea typeface="Arial" panose="020B0604020202020204" pitchFamily="34" charset="0"/>
                <a:cs typeface="Times New Roman" panose="02020603050405020304" pitchFamily="18" charset="0"/>
              </a:rPr>
              <a:t>IEEE Transactions on Industrial Informatics</a:t>
            </a:r>
            <a:r>
              <a:rPr lang="en-IN" altLang="en-US" sz="2000" dirty="0">
                <a:solidFill>
                  <a:srgbClr val="222222"/>
                </a:solidFill>
                <a:latin typeface="Times New Roman" panose="02020603050405020304" pitchFamily="18" charset="0"/>
                <a:ea typeface="Arial" panose="020B0604020202020204" pitchFamily="34" charset="0"/>
                <a:cs typeface="Times New Roman" panose="02020603050405020304" pitchFamily="18" charset="0"/>
              </a:rPr>
              <a:t>, </a:t>
            </a:r>
            <a:r>
              <a:rPr lang="en-IN" altLang="en-US" sz="2000" i="1" dirty="0">
                <a:solidFill>
                  <a:srgbClr val="222222"/>
                </a:solidFill>
                <a:latin typeface="Times New Roman" panose="02020603050405020304" pitchFamily="18" charset="0"/>
                <a:ea typeface="Arial" panose="020B0604020202020204" pitchFamily="34" charset="0"/>
                <a:cs typeface="Times New Roman" panose="02020603050405020304" pitchFamily="18" charset="0"/>
              </a:rPr>
              <a:t>18</a:t>
            </a:r>
            <a:r>
              <a:rPr lang="en-IN" altLang="en-US" sz="2000" dirty="0">
                <a:solidFill>
                  <a:srgbClr val="222222"/>
                </a:solidFill>
                <a:latin typeface="Times New Roman" panose="02020603050405020304" pitchFamily="18" charset="0"/>
                <a:ea typeface="Arial" panose="020B0604020202020204" pitchFamily="34" charset="0"/>
                <a:cs typeface="Times New Roman" panose="02020603050405020304" pitchFamily="18" charset="0"/>
              </a:rPr>
              <a:t>(5), 3492-3500</a:t>
            </a:r>
          </a:p>
          <a:p>
            <a:pPr algn="just" fontAlgn="t">
              <a:lnSpc>
                <a:spcPct val="150000"/>
              </a:lnSpc>
            </a:pPr>
            <a:r>
              <a:rPr lang="en-IN" altLang="en-US" sz="2000" dirty="0">
                <a:solidFill>
                  <a:srgbClr val="222222"/>
                </a:solidFill>
                <a:latin typeface="Times New Roman" panose="02020603050405020304" pitchFamily="18" charset="0"/>
                <a:ea typeface="Arial" panose="020B0604020202020204" pitchFamily="34" charset="0"/>
                <a:cs typeface="Times New Roman" panose="02020603050405020304" pitchFamily="18" charset="0"/>
              </a:rPr>
              <a:t>[2] Ullah, F., Nadeem, M., Abrar, M., Amin, F., Salam, A., &amp; Khan, S. (2023). Enhancing Brain </a:t>
            </a:r>
            <a:r>
              <a:rPr lang="en-IN" altLang="en-US" sz="2000" dirty="0" err="1">
                <a:solidFill>
                  <a:srgbClr val="222222"/>
                </a:solidFill>
                <a:latin typeface="Times New Roman" panose="02020603050405020304" pitchFamily="18" charset="0"/>
                <a:ea typeface="Arial" panose="020B0604020202020204" pitchFamily="34" charset="0"/>
                <a:cs typeface="Times New Roman" panose="02020603050405020304" pitchFamily="18" charset="0"/>
              </a:rPr>
              <a:t>Tumor</a:t>
            </a:r>
            <a:r>
              <a:rPr lang="en-IN" altLang="en-US" sz="2000" dirty="0">
                <a:solidFill>
                  <a:srgbClr val="222222"/>
                </a:solidFill>
                <a:latin typeface="Times New Roman" panose="02020603050405020304" pitchFamily="18" charset="0"/>
                <a:ea typeface="Arial" panose="020B0604020202020204" pitchFamily="34" charset="0"/>
                <a:cs typeface="Times New Roman" panose="02020603050405020304" pitchFamily="18" charset="0"/>
              </a:rPr>
              <a:t> Segmentation Accuracy through Scalable Federated Learning with Advanced Data Privacy and Security Measures. Mathematics, 11(19), 4189. https://doi.org/10.3390/math11194189.</a:t>
            </a:r>
          </a:p>
          <a:p>
            <a:pPr algn="just" fontAlgn="t">
              <a:lnSpc>
                <a:spcPct val="150000"/>
              </a:lnSpc>
            </a:pPr>
            <a:r>
              <a:rPr lang="en-IN" altLang="en-US" sz="2000" dirty="0">
                <a:solidFill>
                  <a:srgbClr val="222222"/>
                </a:solidFill>
                <a:latin typeface="Times New Roman" panose="02020603050405020304" pitchFamily="18" charset="0"/>
                <a:ea typeface="Arial" panose="020B0604020202020204" pitchFamily="34" charset="0"/>
                <a:cs typeface="Times New Roman" panose="02020603050405020304" pitchFamily="18" charset="0"/>
              </a:rPr>
              <a:t>[3] Zhu, L., Hu, S., Zhu, X., Meng, C., &amp; Huang, M. (2023). Enhancing the security and privacy in the IoT supply chain using blockchain and federated learning with trusted execution environment. Mathematics, 11(17), 3759.</a:t>
            </a:r>
          </a:p>
          <a:p>
            <a:pPr algn="just" fontAlgn="t">
              <a:lnSpc>
                <a:spcPct val="150000"/>
              </a:lnSpc>
            </a:pPr>
            <a:r>
              <a:rPr lang="en-IN" altLang="en-US" sz="2000" dirty="0">
                <a:solidFill>
                  <a:srgbClr val="222222"/>
                </a:solidFill>
                <a:latin typeface="Times New Roman" panose="02020603050405020304" pitchFamily="18" charset="0"/>
                <a:ea typeface="Arial" panose="020B0604020202020204" pitchFamily="34" charset="0"/>
                <a:cs typeface="Times New Roman" panose="02020603050405020304" pitchFamily="18" charset="0"/>
              </a:rPr>
              <a:t>[4] </a:t>
            </a:r>
            <a:r>
              <a:rPr lang="en-IN" altLang="en-US" sz="2000" dirty="0" err="1">
                <a:solidFill>
                  <a:srgbClr val="222222"/>
                </a:solidFill>
                <a:latin typeface="Times New Roman" panose="02020603050405020304" pitchFamily="18" charset="0"/>
                <a:ea typeface="Arial" panose="020B0604020202020204" pitchFamily="34" charset="0"/>
                <a:cs typeface="Times New Roman" panose="02020603050405020304" pitchFamily="18" charset="0"/>
              </a:rPr>
              <a:t>Alazab</a:t>
            </a:r>
            <a:r>
              <a:rPr lang="en-IN" altLang="en-US" sz="2000" dirty="0">
                <a:solidFill>
                  <a:srgbClr val="222222"/>
                </a:solidFill>
                <a:latin typeface="Times New Roman" panose="02020603050405020304" pitchFamily="18" charset="0"/>
                <a:ea typeface="Arial" panose="020B0604020202020204" pitchFamily="34" charset="0"/>
                <a:cs typeface="Times New Roman" panose="02020603050405020304" pitchFamily="18" charset="0"/>
              </a:rPr>
              <a:t>, A., </a:t>
            </a:r>
            <a:r>
              <a:rPr lang="en-IN" altLang="en-US" sz="2000" dirty="0" err="1">
                <a:solidFill>
                  <a:srgbClr val="222222"/>
                </a:solidFill>
                <a:latin typeface="Times New Roman" panose="02020603050405020304" pitchFamily="18" charset="0"/>
                <a:ea typeface="Arial" panose="020B0604020202020204" pitchFamily="34" charset="0"/>
                <a:cs typeface="Times New Roman" panose="02020603050405020304" pitchFamily="18" charset="0"/>
              </a:rPr>
              <a:t>Khraisat</a:t>
            </a:r>
            <a:r>
              <a:rPr lang="en-IN" altLang="en-US" sz="2000" dirty="0">
                <a:solidFill>
                  <a:srgbClr val="222222"/>
                </a:solidFill>
                <a:latin typeface="Times New Roman" panose="02020603050405020304" pitchFamily="18" charset="0"/>
                <a:ea typeface="Arial" panose="020B0604020202020204" pitchFamily="34" charset="0"/>
                <a:cs typeface="Times New Roman" panose="02020603050405020304" pitchFamily="18" charset="0"/>
              </a:rPr>
              <a:t>, A., Singh, S., &amp; Jan, T. (2023). Enhancing privacy-preserving intrusion detection through federated learning. Electronics, 12(16), 3382.</a:t>
            </a:r>
          </a:p>
        </p:txBody>
      </p:sp>
      <p:pic>
        <p:nvPicPr>
          <p:cNvPr id="5" name="Picture 2">
            <a:extLst>
              <a:ext uri="{FF2B5EF4-FFF2-40B4-BE49-F238E27FC236}">
                <a16:creationId xmlns:a16="http://schemas.microsoft.com/office/drawing/2014/main" id="{EAA67371-C5A9-4C03-B16E-04109E51DF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0732" y="0"/>
            <a:ext cx="1413268" cy="692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1842</TotalTime>
  <Words>944</Words>
  <Application>Microsoft Office PowerPoint</Application>
  <PresentationFormat>On-screen Show (4:3)</PresentationFormat>
  <Paragraphs>116</Paragraphs>
  <Slides>18</Slides>
  <Notes>1</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18</vt:i4>
      </vt:variant>
    </vt:vector>
  </HeadingPairs>
  <TitlesOfParts>
    <vt:vector size="24" baseType="lpstr">
      <vt:lpstr>Arial</vt:lpstr>
      <vt:lpstr>Calibri</vt:lpstr>
      <vt:lpstr>Times New Roman</vt:lpstr>
      <vt:lpstr>Office Theme</vt:lpstr>
      <vt:lpstr>1_Office Theme</vt:lpstr>
      <vt:lpstr>2_Office Theme</vt:lpstr>
      <vt:lpstr>Capstone Project – I:  Review – 2 On  Enhance the security and privacy of Federated Learning systems </vt:lpstr>
      <vt:lpstr>CONTENTS</vt:lpstr>
      <vt:lpstr>Problem Statement</vt:lpstr>
      <vt:lpstr>Objectives</vt:lpstr>
      <vt:lpstr>Feedback from Guide/Reviewers and actions taken after Review–1</vt:lpstr>
      <vt:lpstr>Requirement Analysis</vt:lpstr>
      <vt:lpstr>Identification of tools/technology/algorithms</vt:lpstr>
      <vt:lpstr>Identification of tools/technology/algorithms</vt:lpstr>
      <vt:lpstr>Identification of tools/technology/algorithms</vt:lpstr>
      <vt:lpstr>Design Strategy</vt:lpstr>
      <vt:lpstr>Design Strategy</vt:lpstr>
      <vt:lpstr>Design Strategy</vt:lpstr>
      <vt:lpstr>Design Strategy</vt:lpstr>
      <vt:lpstr>Design Strategy</vt:lpstr>
      <vt:lpstr>Design Strategy</vt:lpstr>
      <vt:lpstr>Design Strategy</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vishnu vardhan</cp:lastModifiedBy>
  <cp:revision>72</cp:revision>
  <dcterms:created xsi:type="dcterms:W3CDTF">2024-09-06T03:49:57Z</dcterms:created>
  <dcterms:modified xsi:type="dcterms:W3CDTF">2025-11-17T16:07:45Z</dcterms:modified>
</cp:coreProperties>
</file>